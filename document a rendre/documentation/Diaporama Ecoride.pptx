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12.xml" ContentType="application/vnd.openxmlformats-officedocument.theme+xml"/>
  <Override PartName="/ppt/diagrams/quickStyle3.xml" ContentType="application/vnd.openxmlformats-officedocument.drawingml.diagram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drawing2.xml" ContentType="application/vnd.ms-office.drawingml.diagramDrawing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quickStyle2.xml" ContentType="application/vnd.openxmlformats-officedocument.drawingml.diagramStyle+xml"/>
  <Override PartName="/ppt/diagrams/layout2.xml" ContentType="application/vnd.openxmlformats-officedocument.drawingml.diagramLayout+xml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colors3.xml" ContentType="application/vnd.openxmlformats-officedocument.drawingml.diagramColors+xml"/>
  <Override PartName="/ppt/diagrams/_rels/drawing2.xml.rels" ContentType="application/vnd.openxmlformats-package.relationships+xml"/>
  <Override PartName="/ppt/diagrams/_rels/data3.xml.rels" ContentType="application/vnd.openxmlformats-package.relationships+xml"/>
  <Override PartName="/ppt/diagrams/_rels/data2.xml.rels" ContentType="application/vnd.openxmlformats-package.relationships+xml"/>
  <Override PartName="/ppt/diagrams/_rels/drawing3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12.png" ContentType="image/png"/>
  <Override PartName="/ppt/media/image5.svg" ContentType="image/svg"/>
  <Override PartName="/ppt/media/image8.png" ContentType="image/png"/>
  <Override PartName="/ppt/media/image6.png" ContentType="image/png"/>
  <Override PartName="/ppt/media/image7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OOXDiagramDataRels2_0.png" ContentType="image/png"/>
  <Override PartName="/ppt/media/image30.png" ContentType="image/png"/>
  <Override PartName="/ppt/media/OOXDiagramDataRels2_1.svg" ContentType="image/svg"/>
  <Override PartName="/ppt/media/OOXDiagramDrawingRels2_11.png" ContentType="image/png"/>
  <Override PartName="/ppt/media/image29.png" ContentType="image/png"/>
  <Override PartName="/ppt/media/OOXDiagramDataRels2_2.png" ContentType="image/png"/>
  <Override PartName="/ppt/media/image32.png" ContentType="image/png"/>
  <Override PartName="/ppt/media/image41.png" ContentType="image/png"/>
  <Override PartName="/ppt/media/OOXDiagramDataRels2_3.svg" ContentType="image/svg"/>
  <Override PartName="/ppt/media/OOXDiagramDrawingRels2_13.png" ContentType="image/png"/>
  <Override PartName="/ppt/media/OOXDiagramDataRels2_4.png" ContentType="image/png"/>
  <Override PartName="/ppt/media/image34.png" ContentType="image/png"/>
  <Override PartName="/ppt/media/image43.png" ContentType="image/png"/>
  <Override PartName="/ppt/media/OOXDiagramDataRels2_5.svg" ContentType="image/svg"/>
  <Override PartName="/ppt/media/OOXDiagramDrawingRels2_7.png" ContentType="image/png"/>
  <Override PartName="/ppt/media/OOXDiagramDataRels2_6.svg" ContentType="image/svg"/>
  <Override PartName="/ppt/media/OOXDiagramDataRels2_7.png" ContentType="image/png"/>
  <Override PartName="/ppt/media/OOXDiagramDataRels2_12.svg" ContentType="image/svg"/>
  <Override PartName="/ppt/media/OOXDiagramDrawingRels2_3.svg" ContentType="image/svg"/>
  <Override PartName="/ppt/media/OOXDiagramDataRels2_8.svg" ContentType="image/svg"/>
  <Override PartName="/ppt/media/OOXDiagramDataRels2_9.png" ContentType="image/png"/>
  <Override PartName="/ppt/media/OOXDiagramDrawingRels2_5.svg" ContentType="image/svg"/>
  <Override PartName="/ppt/media/OOXDiagramDataRels2_10.svg" ContentType="image/svg"/>
  <Override PartName="/ppt/media/OOXDiagramDrawingRels2_1.svg" ContentType="image/svg"/>
  <Override PartName="/ppt/media/image35.png" ContentType="image/png"/>
  <Override PartName="/ppt/media/OOXDiagramDataRels2_11.png" ContentType="image/png"/>
  <Override PartName="/ppt/media/OOXDiagramDrawingRels2_2.png" ContentType="image/png"/>
  <Override PartName="/ppt/media/image28.png" ContentType="image/png"/>
  <Override PartName="/ppt/media/OOXDiagramDataRels2_13.png" ContentType="image/png"/>
  <Override PartName="/ppt/media/OOXDiagramDrawingRels2_4.png" ContentType="image/png"/>
  <Override PartName="/ppt/media/OOXDiagramDrawingRels2_0.png" ContentType="image/png"/>
  <Override PartName="/ppt/media/image26.png" ContentType="image/png"/>
  <Override PartName="/ppt/media/OOXDiagramDrawingRels2_6.svg" ContentType="image/svg"/>
  <Override PartName="/ppt/media/OOXDiagramDrawingRels2_8.svg" ContentType="image/svg"/>
  <Override PartName="/ppt/media/OOXDiagramDrawingRels2_9.png" ContentType="image/png"/>
  <Override PartName="/ppt/media/OOXDiagramDrawingRels2_10.svg" ContentType="image/svg"/>
  <Override PartName="/ppt/media/image36.png" ContentType="image/png"/>
  <Override PartName="/ppt/media/image38.png" ContentType="image/png"/>
  <Override PartName="/ppt/media/OOXDiagramDrawingRels2_12.svg" ContentType="image/sv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7.png" ContentType="image/png"/>
  <Override PartName="/ppt/media/image31.png" ContentType="image/png"/>
  <Override PartName="/ppt/media/image33.png" ContentType="image/png"/>
  <Override PartName="/ppt/media/OOXDiagramDataRels3_0.png" ContentType="image/png"/>
  <Override PartName="/ppt/media/OOXDiagramDataRels3_1.svg" ContentType="image/svg"/>
  <Override PartName="/ppt/media/OOXDiagramDataRels3_2.svg" ContentType="image/svg"/>
  <Override PartName="/ppt/media/OOXDiagramDataRels3_3.png" ContentType="image/png"/>
  <Override PartName="/ppt/media/OOXDiagramDataRels3_4.svg" ContentType="image/svg"/>
  <Override PartName="/ppt/media/OOXDiagramDataRels3_5.png" ContentType="image/png"/>
  <Override PartName="/ppt/media/OOXDiagramDataRels3_6.svg" ContentType="image/svg"/>
  <Override PartName="/ppt/media/OOXDiagramDataRels3_7.png" ContentType="image/png"/>
  <Override PartName="/ppt/media/OOXDiagramDataRels3_8.svg" ContentType="image/svg"/>
  <Override PartName="/ppt/media/OOXDiagramDataRels3_9.png" ContentType="image/png"/>
  <Override PartName="/ppt/media/OOXDiagramDrawingRels3_0.png" ContentType="image/png"/>
  <Override PartName="/ppt/media/OOXDiagramDrawingRels3_1.svg" ContentType="image/svg"/>
  <Override PartName="/ppt/media/OOXDiagramDrawingRels3_2.svg" ContentType="image/svg"/>
  <Override PartName="/ppt/media/OOXDiagramDrawingRels3_3.png" ContentType="image/png"/>
  <Override PartName="/ppt/media/OOXDiagramDrawingRels3_4.svg" ContentType="image/svg"/>
  <Override PartName="/ppt/media/OOXDiagramDrawingRels3_5.png" ContentType="image/png"/>
  <Override PartName="/ppt/media/OOXDiagramDrawingRels3_6.svg" ContentType="image/svg"/>
  <Override PartName="/ppt/media/OOXDiagramDrawingRels3_7.png" ContentType="image/png"/>
  <Override PartName="/ppt/media/OOXDiagramDrawingRels3_8.svg" ContentType="image/svg"/>
  <Override PartName="/ppt/media/OOXDiagramDrawingRels3_9.png" ContentType="image/png"/>
  <Override PartName="/ppt/media/image37.png" ContentType="image/png"/>
  <Override PartName="/ppt/media/image39.jpeg" ContentType="image/jpeg"/>
  <Override PartName="/ppt/media/image40.png" ContentType="image/png"/>
  <Override PartName="/ppt/media/image42.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31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presProps" Target="presProps.xml"/>
</Relationships>
</file>

<file path=ppt/diagrams/_rels/data2.xml.rels><?xml version="1.0" encoding="UTF-8"?>
<Relationships xmlns="http://schemas.openxmlformats.org/package/2006/relationships"><Relationship Id="rId1" Type="http://schemas.openxmlformats.org/officeDocument/2006/relationships/image" Target="../media/OOXDiagramDataRels2_0.png"/><Relationship Id="rId10" Type="http://schemas.openxmlformats.org/officeDocument/2006/relationships/image" Target="../media/OOXDiagramDataRels2_1.svg"/><Relationship Id="rId11" Type="http://schemas.openxmlformats.org/officeDocument/2006/relationships/image" Target="../media/OOXDiagramDataRels2_2.png"/><Relationship Id="rId12" Type="http://schemas.openxmlformats.org/officeDocument/2006/relationships/image" Target="../media/OOXDiagramDataRels2_3.svg"/><Relationship Id="rId13" Type="http://schemas.openxmlformats.org/officeDocument/2006/relationships/image" Target="../media/OOXDiagramDataRels2_4.png"/><Relationship Id="rId14" Type="http://schemas.openxmlformats.org/officeDocument/2006/relationships/image" Target="../media/OOXDiagramDataRels2_5.svg"/><Relationship Id="rId2" Type="http://schemas.openxmlformats.org/officeDocument/2006/relationships/image" Target="../media/OOXDiagramDataRels2_6.svg"/><Relationship Id="rId3" Type="http://schemas.openxmlformats.org/officeDocument/2006/relationships/image" Target="../media/OOXDiagramDataRels2_7.png"/><Relationship Id="rId4" Type="http://schemas.openxmlformats.org/officeDocument/2006/relationships/image" Target="../media/OOXDiagramDataRels2_8.svg"/><Relationship Id="rId5" Type="http://schemas.openxmlformats.org/officeDocument/2006/relationships/image" Target="../media/OOXDiagramDataRels2_9.png"/><Relationship Id="rId6" Type="http://schemas.openxmlformats.org/officeDocument/2006/relationships/image" Target="../media/OOXDiagramDataRels2_10.svg"/><Relationship Id="rId7" Type="http://schemas.openxmlformats.org/officeDocument/2006/relationships/image" Target="../media/OOXDiagramDataRels2_11.png"/><Relationship Id="rId8" Type="http://schemas.openxmlformats.org/officeDocument/2006/relationships/image" Target="../media/OOXDiagramDataRels2_12.svg"/><Relationship Id="rId9" Type="http://schemas.openxmlformats.org/officeDocument/2006/relationships/image" Target="../media/OOXDiagramDataRels2_13.png"/>
</Relationships>
</file>

<file path=ppt/diagrams/_rels/data3.xml.rels><?xml version="1.0" encoding="UTF-8"?>
<Relationships xmlns="http://schemas.openxmlformats.org/package/2006/relationships"><Relationship Id="rId1" Type="http://schemas.openxmlformats.org/officeDocument/2006/relationships/image" Target="../media/OOXDiagramDataRels3_0.png"/><Relationship Id="rId10" Type="http://schemas.openxmlformats.org/officeDocument/2006/relationships/image" Target="../media/OOXDiagramDataRels3_1.svg"/><Relationship Id="rId2" Type="http://schemas.openxmlformats.org/officeDocument/2006/relationships/image" Target="../media/OOXDiagramDataRels3_2.svg"/><Relationship Id="rId3" Type="http://schemas.openxmlformats.org/officeDocument/2006/relationships/image" Target="../media/OOXDiagramDataRels3_3.png"/><Relationship Id="rId4" Type="http://schemas.openxmlformats.org/officeDocument/2006/relationships/image" Target="../media/OOXDiagramDataRels3_4.svg"/><Relationship Id="rId5" Type="http://schemas.openxmlformats.org/officeDocument/2006/relationships/image" Target="../media/OOXDiagramDataRels3_5.png"/><Relationship Id="rId6" Type="http://schemas.openxmlformats.org/officeDocument/2006/relationships/image" Target="../media/OOXDiagramDataRels3_6.svg"/><Relationship Id="rId7" Type="http://schemas.openxmlformats.org/officeDocument/2006/relationships/image" Target="../media/OOXDiagramDataRels3_7.png"/><Relationship Id="rId8" Type="http://schemas.openxmlformats.org/officeDocument/2006/relationships/image" Target="../media/OOXDiagramDataRels3_8.svg"/><Relationship Id="rId9" Type="http://schemas.openxmlformats.org/officeDocument/2006/relationships/image" Target="../media/OOXDiagramDataRels3_9.png"/>
</Relationships>
</file>

<file path=ppt/diagrams/_rels/drawing2.xml.rels><?xml version="1.0" encoding="UTF-8"?>
<Relationships xmlns="http://schemas.openxmlformats.org/package/2006/relationships"><Relationship Id="rId1" Type="http://schemas.openxmlformats.org/officeDocument/2006/relationships/image" Target="../media/OOXDiagramDrawingRels2_0.png"/><Relationship Id="rId10" Type="http://schemas.openxmlformats.org/officeDocument/2006/relationships/image" Target="../media/OOXDiagramDrawingRels2_1.svg"/><Relationship Id="rId11" Type="http://schemas.openxmlformats.org/officeDocument/2006/relationships/image" Target="../media/OOXDiagramDrawingRels2_2.png"/><Relationship Id="rId12" Type="http://schemas.openxmlformats.org/officeDocument/2006/relationships/image" Target="../media/OOXDiagramDrawingRels2_3.svg"/><Relationship Id="rId13" Type="http://schemas.openxmlformats.org/officeDocument/2006/relationships/image" Target="../media/OOXDiagramDrawingRels2_4.png"/><Relationship Id="rId14" Type="http://schemas.openxmlformats.org/officeDocument/2006/relationships/image" Target="../media/OOXDiagramDrawingRels2_5.svg"/><Relationship Id="rId2" Type="http://schemas.openxmlformats.org/officeDocument/2006/relationships/image" Target="../media/OOXDiagramDrawingRels2_6.svg"/><Relationship Id="rId3" Type="http://schemas.openxmlformats.org/officeDocument/2006/relationships/image" Target="../media/OOXDiagramDrawingRels2_7.png"/><Relationship Id="rId4" Type="http://schemas.openxmlformats.org/officeDocument/2006/relationships/image" Target="../media/OOXDiagramDrawingRels2_8.svg"/><Relationship Id="rId5" Type="http://schemas.openxmlformats.org/officeDocument/2006/relationships/image" Target="../media/OOXDiagramDrawingRels2_9.png"/><Relationship Id="rId6" Type="http://schemas.openxmlformats.org/officeDocument/2006/relationships/image" Target="../media/OOXDiagramDrawingRels2_10.svg"/><Relationship Id="rId7" Type="http://schemas.openxmlformats.org/officeDocument/2006/relationships/image" Target="../media/OOXDiagramDrawingRels2_11.png"/><Relationship Id="rId8" Type="http://schemas.openxmlformats.org/officeDocument/2006/relationships/image" Target="../media/OOXDiagramDrawingRels2_12.svg"/><Relationship Id="rId9" Type="http://schemas.openxmlformats.org/officeDocument/2006/relationships/image" Target="../media/OOXDiagramDrawingRels2_13.png"/>
</Relationships>
</file>

<file path=ppt/diagrams/_rels/drawing3.xml.rels><?xml version="1.0" encoding="UTF-8"?>
<Relationships xmlns="http://schemas.openxmlformats.org/package/2006/relationships"><Relationship Id="rId1" Type="http://schemas.openxmlformats.org/officeDocument/2006/relationships/image" Target="../media/OOXDiagramDrawingRels3_0.png"/><Relationship Id="rId10" Type="http://schemas.openxmlformats.org/officeDocument/2006/relationships/image" Target="../media/OOXDiagramDrawingRels3_1.svg"/><Relationship Id="rId2" Type="http://schemas.openxmlformats.org/officeDocument/2006/relationships/image" Target="../media/OOXDiagramDrawingRels3_2.svg"/><Relationship Id="rId3" Type="http://schemas.openxmlformats.org/officeDocument/2006/relationships/image" Target="../media/OOXDiagramDrawingRels3_3.png"/><Relationship Id="rId4" Type="http://schemas.openxmlformats.org/officeDocument/2006/relationships/image" Target="../media/OOXDiagramDrawingRels3_4.svg"/><Relationship Id="rId5" Type="http://schemas.openxmlformats.org/officeDocument/2006/relationships/image" Target="../media/OOXDiagramDrawingRels3_5.png"/><Relationship Id="rId6" Type="http://schemas.openxmlformats.org/officeDocument/2006/relationships/image" Target="../media/OOXDiagramDrawingRels3_6.svg"/><Relationship Id="rId7" Type="http://schemas.openxmlformats.org/officeDocument/2006/relationships/image" Target="../media/OOXDiagramDrawingRels3_7.png"/><Relationship Id="rId8" Type="http://schemas.openxmlformats.org/officeDocument/2006/relationships/image" Target="../media/OOXDiagramDrawingRels3_8.svg"/><Relationship Id="rId9" Type="http://schemas.openxmlformats.org/officeDocument/2006/relationships/image" Target="../media/OOXDiagramDrawingRels3_9.png"/>
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093E35-2145-4953-995D-403893D68C04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CF008C6-FF49-49CA-98EA-BE079E189315}">
      <dgm:prSet/>
      <dgm:spPr/>
      <dgm:t>
        <a:bodyPr/>
        <a:lstStyle/>
        <a:p>
          <a:r>
            <a:rPr lang="fr-FR"/>
            <a:t>• Evaluation en Cours de Formation </a:t>
          </a:r>
          <a:endParaRPr lang="en-US"/>
        </a:p>
      </dgm:t>
    </dgm:pt>
    <dgm:pt modelId="{38E78D68-B6FA-4DA2-8554-ACB07E292543}" type="parTrans" cxnId="{3DDBAAE5-DC27-4DB3-BB2A-95D79FC31D18}">
      <dgm:prSet/>
      <dgm:spPr/>
      <dgm:t>
        <a:bodyPr/>
        <a:lstStyle/>
        <a:p>
          <a:endParaRPr lang="en-US"/>
        </a:p>
      </dgm:t>
    </dgm:pt>
    <dgm:pt modelId="{AB777D17-C962-4C1C-8BB7-D2C80A336B7A}" type="sibTrans" cxnId="{3DDBAAE5-DC27-4DB3-BB2A-95D79FC31D18}">
      <dgm:prSet/>
      <dgm:spPr/>
      <dgm:t>
        <a:bodyPr/>
        <a:lstStyle/>
        <a:p>
          <a:endParaRPr lang="en-US"/>
        </a:p>
      </dgm:t>
    </dgm:pt>
    <dgm:pt modelId="{49511D0A-1649-4012-8779-9F246D393C6D}">
      <dgm:prSet/>
      <dgm:spPr/>
      <dgm:t>
        <a:bodyPr/>
        <a:lstStyle/>
        <a:p>
          <a:r>
            <a:rPr lang="fr-FR"/>
            <a:t>• Sujet &amp; Cahier des charges imposés</a:t>
          </a:r>
          <a:endParaRPr lang="en-US"/>
        </a:p>
      </dgm:t>
    </dgm:pt>
    <dgm:pt modelId="{1A8B0D00-22D0-4BB7-AE64-7FC56554C8B6}" type="parTrans" cxnId="{8F7DA61D-1BFD-4972-9118-1F6D2C4E6453}">
      <dgm:prSet/>
      <dgm:spPr/>
      <dgm:t>
        <a:bodyPr/>
        <a:lstStyle/>
        <a:p>
          <a:endParaRPr lang="en-US"/>
        </a:p>
      </dgm:t>
    </dgm:pt>
    <dgm:pt modelId="{404783E3-AAF5-4C41-A91C-8E8BD94B9381}" type="sibTrans" cxnId="{8F7DA61D-1BFD-4972-9118-1F6D2C4E6453}">
      <dgm:prSet/>
      <dgm:spPr/>
      <dgm:t>
        <a:bodyPr/>
        <a:lstStyle/>
        <a:p>
          <a:endParaRPr lang="en-US"/>
        </a:p>
      </dgm:t>
    </dgm:pt>
    <dgm:pt modelId="{3F88B1AD-58C2-4B65-8552-0A8E6061B23A}">
      <dgm:prSet/>
      <dgm:spPr/>
      <dgm:t>
        <a:bodyPr/>
        <a:lstStyle/>
        <a:p>
          <a:r>
            <a:rPr lang="fr-FR"/>
            <a:t>• Projet en autonomie</a:t>
          </a:r>
          <a:endParaRPr lang="en-US"/>
        </a:p>
      </dgm:t>
    </dgm:pt>
    <dgm:pt modelId="{BFE9EA4D-81F9-48A6-A100-B0D9AB9FF482}" type="parTrans" cxnId="{45508BF2-66AE-4075-903B-9C320B549A98}">
      <dgm:prSet/>
      <dgm:spPr/>
      <dgm:t>
        <a:bodyPr/>
        <a:lstStyle/>
        <a:p>
          <a:endParaRPr lang="en-US"/>
        </a:p>
      </dgm:t>
    </dgm:pt>
    <dgm:pt modelId="{FFE2DD99-800B-4F82-85E4-3EEE617D8823}" type="sibTrans" cxnId="{45508BF2-66AE-4075-903B-9C320B549A98}">
      <dgm:prSet/>
      <dgm:spPr/>
      <dgm:t>
        <a:bodyPr/>
        <a:lstStyle/>
        <a:p>
          <a:endParaRPr lang="en-US"/>
        </a:p>
      </dgm:t>
    </dgm:pt>
    <dgm:pt modelId="{EFDBEA4D-38D3-4E4A-9AB5-738FA88A0863}" type="pres">
      <dgm:prSet presAssocID="{80093E35-2145-4953-995D-403893D68C0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121697E-4FE8-4B70-8C79-687AF2FF544F}" type="pres">
      <dgm:prSet presAssocID="{2CF008C6-FF49-49CA-98EA-BE079E189315}" presName="hierRoot1" presStyleCnt="0"/>
      <dgm:spPr/>
    </dgm:pt>
    <dgm:pt modelId="{9D65DBE3-4844-4010-84F0-D9532226AA97}" type="pres">
      <dgm:prSet presAssocID="{2CF008C6-FF49-49CA-98EA-BE079E189315}" presName="composite" presStyleCnt="0"/>
      <dgm:spPr/>
    </dgm:pt>
    <dgm:pt modelId="{238189F9-8D9A-48AA-8E34-A8EF0D920C36}" type="pres">
      <dgm:prSet presAssocID="{2CF008C6-FF49-49CA-98EA-BE079E189315}" presName="background" presStyleLbl="node0" presStyleIdx="0" presStyleCnt="3"/>
      <dgm:spPr/>
    </dgm:pt>
    <dgm:pt modelId="{18B65969-8BE8-411E-A24F-86BE37F44DA9}" type="pres">
      <dgm:prSet presAssocID="{2CF008C6-FF49-49CA-98EA-BE079E189315}" presName="text" presStyleLbl="fgAcc0" presStyleIdx="0" presStyleCnt="3">
        <dgm:presLayoutVars>
          <dgm:chPref val="3"/>
        </dgm:presLayoutVars>
      </dgm:prSet>
      <dgm:spPr/>
    </dgm:pt>
    <dgm:pt modelId="{3B4D1D9F-8B1D-4A49-A0C2-31B3CC1DFF9C}" type="pres">
      <dgm:prSet presAssocID="{2CF008C6-FF49-49CA-98EA-BE079E189315}" presName="hierChild2" presStyleCnt="0"/>
      <dgm:spPr/>
    </dgm:pt>
    <dgm:pt modelId="{628BD0A9-0710-4438-B3C0-CF856F285908}" type="pres">
      <dgm:prSet presAssocID="{49511D0A-1649-4012-8779-9F246D393C6D}" presName="hierRoot1" presStyleCnt="0"/>
      <dgm:spPr/>
    </dgm:pt>
    <dgm:pt modelId="{32699621-314B-4317-883A-34B32D0E3F3C}" type="pres">
      <dgm:prSet presAssocID="{49511D0A-1649-4012-8779-9F246D393C6D}" presName="composite" presStyleCnt="0"/>
      <dgm:spPr/>
    </dgm:pt>
    <dgm:pt modelId="{5D57AA6C-8676-4398-A904-4DABF818289A}" type="pres">
      <dgm:prSet presAssocID="{49511D0A-1649-4012-8779-9F246D393C6D}" presName="background" presStyleLbl="node0" presStyleIdx="1" presStyleCnt="3"/>
      <dgm:spPr/>
    </dgm:pt>
    <dgm:pt modelId="{11EBC1AF-5668-4370-A73E-33FBB459BBC7}" type="pres">
      <dgm:prSet presAssocID="{49511D0A-1649-4012-8779-9F246D393C6D}" presName="text" presStyleLbl="fgAcc0" presStyleIdx="1" presStyleCnt="3">
        <dgm:presLayoutVars>
          <dgm:chPref val="3"/>
        </dgm:presLayoutVars>
      </dgm:prSet>
      <dgm:spPr/>
    </dgm:pt>
    <dgm:pt modelId="{301F8B54-30E7-4469-9023-F6BE2A8AACB3}" type="pres">
      <dgm:prSet presAssocID="{49511D0A-1649-4012-8779-9F246D393C6D}" presName="hierChild2" presStyleCnt="0"/>
      <dgm:spPr/>
    </dgm:pt>
    <dgm:pt modelId="{BE907BAC-EB42-4925-9BD6-6C80684B36A1}" type="pres">
      <dgm:prSet presAssocID="{3F88B1AD-58C2-4B65-8552-0A8E6061B23A}" presName="hierRoot1" presStyleCnt="0"/>
      <dgm:spPr/>
    </dgm:pt>
    <dgm:pt modelId="{BC27D6D9-0B92-4DCD-A5A2-5DACD83FC5A8}" type="pres">
      <dgm:prSet presAssocID="{3F88B1AD-58C2-4B65-8552-0A8E6061B23A}" presName="composite" presStyleCnt="0"/>
      <dgm:spPr/>
    </dgm:pt>
    <dgm:pt modelId="{9C7D3950-514C-4094-A7B9-B26F017A4645}" type="pres">
      <dgm:prSet presAssocID="{3F88B1AD-58C2-4B65-8552-0A8E6061B23A}" presName="background" presStyleLbl="node0" presStyleIdx="2" presStyleCnt="3"/>
      <dgm:spPr/>
    </dgm:pt>
    <dgm:pt modelId="{5FD3F448-F598-468E-92E5-929FB9F45A75}" type="pres">
      <dgm:prSet presAssocID="{3F88B1AD-58C2-4B65-8552-0A8E6061B23A}" presName="text" presStyleLbl="fgAcc0" presStyleIdx="2" presStyleCnt="3">
        <dgm:presLayoutVars>
          <dgm:chPref val="3"/>
        </dgm:presLayoutVars>
      </dgm:prSet>
      <dgm:spPr/>
    </dgm:pt>
    <dgm:pt modelId="{9B024221-3CAC-4C40-8A24-6C0B0BD2C1BF}" type="pres">
      <dgm:prSet presAssocID="{3F88B1AD-58C2-4B65-8552-0A8E6061B23A}" presName="hierChild2" presStyleCnt="0"/>
      <dgm:spPr/>
    </dgm:pt>
  </dgm:ptLst>
  <dgm:cxnLst>
    <dgm:cxn modelId="{8F7DA61D-1BFD-4972-9118-1F6D2C4E6453}" srcId="{80093E35-2145-4953-995D-403893D68C04}" destId="{49511D0A-1649-4012-8779-9F246D393C6D}" srcOrd="1" destOrd="0" parTransId="{1A8B0D00-22D0-4BB7-AE64-7FC56554C8B6}" sibTransId="{404783E3-AAF5-4C41-A91C-8E8BD94B9381}"/>
    <dgm:cxn modelId="{30CCA793-0728-4BBB-8D17-27D960B033F4}" type="presOf" srcId="{49511D0A-1649-4012-8779-9F246D393C6D}" destId="{11EBC1AF-5668-4370-A73E-33FBB459BBC7}" srcOrd="0" destOrd="0" presId="urn:microsoft.com/office/officeart/2005/8/layout/hierarchy1"/>
    <dgm:cxn modelId="{3890EFB1-2B33-4BEB-BD6D-9E546E677B8F}" type="presOf" srcId="{80093E35-2145-4953-995D-403893D68C04}" destId="{EFDBEA4D-38D3-4E4A-9AB5-738FA88A0863}" srcOrd="0" destOrd="0" presId="urn:microsoft.com/office/officeart/2005/8/layout/hierarchy1"/>
    <dgm:cxn modelId="{1B3251DF-D228-466B-84E2-88527D46F551}" type="presOf" srcId="{2CF008C6-FF49-49CA-98EA-BE079E189315}" destId="{18B65969-8BE8-411E-A24F-86BE37F44DA9}" srcOrd="0" destOrd="0" presId="urn:microsoft.com/office/officeart/2005/8/layout/hierarchy1"/>
    <dgm:cxn modelId="{5ABBFDE1-6162-42B4-B7F4-D7BCCB415048}" type="presOf" srcId="{3F88B1AD-58C2-4B65-8552-0A8E6061B23A}" destId="{5FD3F448-F598-468E-92E5-929FB9F45A75}" srcOrd="0" destOrd="0" presId="urn:microsoft.com/office/officeart/2005/8/layout/hierarchy1"/>
    <dgm:cxn modelId="{3DDBAAE5-DC27-4DB3-BB2A-95D79FC31D18}" srcId="{80093E35-2145-4953-995D-403893D68C04}" destId="{2CF008C6-FF49-49CA-98EA-BE079E189315}" srcOrd="0" destOrd="0" parTransId="{38E78D68-B6FA-4DA2-8554-ACB07E292543}" sibTransId="{AB777D17-C962-4C1C-8BB7-D2C80A336B7A}"/>
    <dgm:cxn modelId="{45508BF2-66AE-4075-903B-9C320B549A98}" srcId="{80093E35-2145-4953-995D-403893D68C04}" destId="{3F88B1AD-58C2-4B65-8552-0A8E6061B23A}" srcOrd="2" destOrd="0" parTransId="{BFE9EA4D-81F9-48A6-A100-B0D9AB9FF482}" sibTransId="{FFE2DD99-800B-4F82-85E4-3EEE617D8823}"/>
    <dgm:cxn modelId="{2572543F-EF97-4E29-AEFF-8496CF26F8E9}" type="presParOf" srcId="{EFDBEA4D-38D3-4E4A-9AB5-738FA88A0863}" destId="{8121697E-4FE8-4B70-8C79-687AF2FF544F}" srcOrd="0" destOrd="0" presId="urn:microsoft.com/office/officeart/2005/8/layout/hierarchy1"/>
    <dgm:cxn modelId="{928B2445-15A6-454A-899E-C10D08B24DEB}" type="presParOf" srcId="{8121697E-4FE8-4B70-8C79-687AF2FF544F}" destId="{9D65DBE3-4844-4010-84F0-D9532226AA97}" srcOrd="0" destOrd="0" presId="urn:microsoft.com/office/officeart/2005/8/layout/hierarchy1"/>
    <dgm:cxn modelId="{480A540E-9BD7-4568-AA99-6B1DB67C7CA0}" type="presParOf" srcId="{9D65DBE3-4844-4010-84F0-D9532226AA97}" destId="{238189F9-8D9A-48AA-8E34-A8EF0D920C36}" srcOrd="0" destOrd="0" presId="urn:microsoft.com/office/officeart/2005/8/layout/hierarchy1"/>
    <dgm:cxn modelId="{84E0A909-DC88-4176-B150-A2F3694F2058}" type="presParOf" srcId="{9D65DBE3-4844-4010-84F0-D9532226AA97}" destId="{18B65969-8BE8-411E-A24F-86BE37F44DA9}" srcOrd="1" destOrd="0" presId="urn:microsoft.com/office/officeart/2005/8/layout/hierarchy1"/>
    <dgm:cxn modelId="{5F15CA33-259A-4913-A5CD-D4EEA0A5C01D}" type="presParOf" srcId="{8121697E-4FE8-4B70-8C79-687AF2FF544F}" destId="{3B4D1D9F-8B1D-4A49-A0C2-31B3CC1DFF9C}" srcOrd="1" destOrd="0" presId="urn:microsoft.com/office/officeart/2005/8/layout/hierarchy1"/>
    <dgm:cxn modelId="{F21A7455-6911-4183-B6E5-62517E44A9B9}" type="presParOf" srcId="{EFDBEA4D-38D3-4E4A-9AB5-738FA88A0863}" destId="{628BD0A9-0710-4438-B3C0-CF856F285908}" srcOrd="1" destOrd="0" presId="urn:microsoft.com/office/officeart/2005/8/layout/hierarchy1"/>
    <dgm:cxn modelId="{1F0C2605-0C06-4F30-8475-ADEDA1685273}" type="presParOf" srcId="{628BD0A9-0710-4438-B3C0-CF856F285908}" destId="{32699621-314B-4317-883A-34B32D0E3F3C}" srcOrd="0" destOrd="0" presId="urn:microsoft.com/office/officeart/2005/8/layout/hierarchy1"/>
    <dgm:cxn modelId="{84C412DC-D6A4-41AB-B1C3-C24CB564FB31}" type="presParOf" srcId="{32699621-314B-4317-883A-34B32D0E3F3C}" destId="{5D57AA6C-8676-4398-A904-4DABF818289A}" srcOrd="0" destOrd="0" presId="urn:microsoft.com/office/officeart/2005/8/layout/hierarchy1"/>
    <dgm:cxn modelId="{E6BE78D7-D580-4523-B97A-B24AD6FE5478}" type="presParOf" srcId="{32699621-314B-4317-883A-34B32D0E3F3C}" destId="{11EBC1AF-5668-4370-A73E-33FBB459BBC7}" srcOrd="1" destOrd="0" presId="urn:microsoft.com/office/officeart/2005/8/layout/hierarchy1"/>
    <dgm:cxn modelId="{6DC620AE-93D6-4AB4-B62D-49967EED0BFB}" type="presParOf" srcId="{628BD0A9-0710-4438-B3C0-CF856F285908}" destId="{301F8B54-30E7-4469-9023-F6BE2A8AACB3}" srcOrd="1" destOrd="0" presId="urn:microsoft.com/office/officeart/2005/8/layout/hierarchy1"/>
    <dgm:cxn modelId="{5BC85F06-21B2-4A05-B43A-378999A01225}" type="presParOf" srcId="{EFDBEA4D-38D3-4E4A-9AB5-738FA88A0863}" destId="{BE907BAC-EB42-4925-9BD6-6C80684B36A1}" srcOrd="2" destOrd="0" presId="urn:microsoft.com/office/officeart/2005/8/layout/hierarchy1"/>
    <dgm:cxn modelId="{181899CE-A508-464C-9FC6-844003A34E97}" type="presParOf" srcId="{BE907BAC-EB42-4925-9BD6-6C80684B36A1}" destId="{BC27D6D9-0B92-4DCD-A5A2-5DACD83FC5A8}" srcOrd="0" destOrd="0" presId="urn:microsoft.com/office/officeart/2005/8/layout/hierarchy1"/>
    <dgm:cxn modelId="{E157CE85-DDCA-4463-89C1-2130333B1747}" type="presParOf" srcId="{BC27D6D9-0B92-4DCD-A5A2-5DACD83FC5A8}" destId="{9C7D3950-514C-4094-A7B9-B26F017A4645}" srcOrd="0" destOrd="0" presId="urn:microsoft.com/office/officeart/2005/8/layout/hierarchy1"/>
    <dgm:cxn modelId="{4022E1E6-B1D3-4029-809F-7447AEBF8F39}" type="presParOf" srcId="{BC27D6D9-0B92-4DCD-A5A2-5DACD83FC5A8}" destId="{5FD3F448-F598-468E-92E5-929FB9F45A75}" srcOrd="1" destOrd="0" presId="urn:microsoft.com/office/officeart/2005/8/layout/hierarchy1"/>
    <dgm:cxn modelId="{E7CEAFF1-84A0-49B3-960C-EC5FC33E012E}" type="presParOf" srcId="{BE907BAC-EB42-4925-9BD6-6C80684B36A1}" destId="{9B024221-3CAC-4C40-8A24-6C0B0BD2C1B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BA6821D-1005-41B1-99E0-F5DA098840A6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8867727-AA25-4BC1-8B62-D552F0E387D8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/>
            <a:t>Représentation graphique des entités et associations.</a:t>
          </a:r>
          <a:endParaRPr lang="en-US" dirty="0"/>
        </a:p>
      </dgm:t>
    </dgm:pt>
    <dgm:pt modelId="{13EC1FA6-D7CF-4BC6-B24D-2D5A390EE0BF}" type="parTrans" cxnId="{6F8674DC-4161-4AC3-A525-B37567DCFA74}">
      <dgm:prSet/>
      <dgm:spPr/>
      <dgm:t>
        <a:bodyPr/>
        <a:lstStyle/>
        <a:p>
          <a:endParaRPr lang="en-US"/>
        </a:p>
      </dgm:t>
    </dgm:pt>
    <dgm:pt modelId="{B89E792D-4C43-4CD7-9019-AD4559E6A5AE}" type="sibTrans" cxnId="{6F8674DC-4161-4AC3-A525-B37567DCFA7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EF946E0-8D6C-4147-B538-F40C532DC435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Identifier &amp; structurer données </a:t>
          </a:r>
          <a:endParaRPr lang="en-US"/>
        </a:p>
      </dgm:t>
    </dgm:pt>
    <dgm:pt modelId="{A8E1AED1-1488-445A-A0AA-32BE6172A4F7}" type="parTrans" cxnId="{9D16C93E-90D7-4B91-A99C-F55DBA34A1E6}">
      <dgm:prSet/>
      <dgm:spPr/>
      <dgm:t>
        <a:bodyPr/>
        <a:lstStyle/>
        <a:p>
          <a:endParaRPr lang="en-US"/>
        </a:p>
      </dgm:t>
    </dgm:pt>
    <dgm:pt modelId="{7326CEA2-8E87-4BE6-BAF8-7D9C3E00B43B}" type="sibTrans" cxnId="{9D16C93E-90D7-4B91-A99C-F55DBA34A1E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347210F-9495-458F-B5CD-1D950BBD0CF0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Comprendre relations</a:t>
          </a:r>
          <a:endParaRPr lang="en-US"/>
        </a:p>
      </dgm:t>
    </dgm:pt>
    <dgm:pt modelId="{AEFBF6DA-F24F-4E7F-8D0A-EF482E1D70E3}" type="parTrans" cxnId="{A15BE647-4BB7-4412-85E3-FE227196D702}">
      <dgm:prSet/>
      <dgm:spPr/>
      <dgm:t>
        <a:bodyPr/>
        <a:lstStyle/>
        <a:p>
          <a:endParaRPr lang="en-US"/>
        </a:p>
      </dgm:t>
    </dgm:pt>
    <dgm:pt modelId="{DC80353E-7DF5-4629-9E7E-C5A4311C961E}" type="sibTrans" cxnId="{A15BE647-4BB7-4412-85E3-FE227196D70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A110B24-D1F7-4135-BFAF-CC67FF8DA81D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Entités </a:t>
          </a:r>
          <a:endParaRPr lang="en-US"/>
        </a:p>
      </dgm:t>
    </dgm:pt>
    <dgm:pt modelId="{6B7A5E45-CB70-4778-BBC1-13024AA34B76}" type="parTrans" cxnId="{DDB09FAA-27C1-4CBA-9A46-3E118FBD6D83}">
      <dgm:prSet/>
      <dgm:spPr/>
      <dgm:t>
        <a:bodyPr/>
        <a:lstStyle/>
        <a:p>
          <a:endParaRPr lang="en-US"/>
        </a:p>
      </dgm:t>
    </dgm:pt>
    <dgm:pt modelId="{0F88D776-70C2-464A-BD78-68294CB76D0E}" type="sibTrans" cxnId="{DDB09FAA-27C1-4CBA-9A46-3E118FBD6D8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6A8A3CB-0CEC-4B21-A4C6-9400C5B0FD7A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Attributs </a:t>
          </a:r>
          <a:endParaRPr lang="en-US"/>
        </a:p>
      </dgm:t>
    </dgm:pt>
    <dgm:pt modelId="{7E66D964-76AF-4AC8-B3E6-264BECCCED8A}" type="parTrans" cxnId="{D80CEE40-1038-4FAF-8F82-A42225B3FE40}">
      <dgm:prSet/>
      <dgm:spPr/>
      <dgm:t>
        <a:bodyPr/>
        <a:lstStyle/>
        <a:p>
          <a:endParaRPr lang="en-US"/>
        </a:p>
      </dgm:t>
    </dgm:pt>
    <dgm:pt modelId="{BA56F1C1-847F-4DC1-9E01-8CD783FCBAAE}" type="sibTrans" cxnId="{D80CEE40-1038-4FAF-8F82-A42225B3FE4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1F601D0-5327-4213-87BC-55D8EB135975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Association: Relations entre les entités </a:t>
          </a:r>
          <a:endParaRPr lang="en-US"/>
        </a:p>
      </dgm:t>
    </dgm:pt>
    <dgm:pt modelId="{DD559CFB-38A0-430D-A14D-05D3AEAC8BCC}" type="parTrans" cxnId="{E092F486-9DE9-45E5-AD14-DAFFE2921A66}">
      <dgm:prSet/>
      <dgm:spPr/>
      <dgm:t>
        <a:bodyPr/>
        <a:lstStyle/>
        <a:p>
          <a:endParaRPr lang="en-US"/>
        </a:p>
      </dgm:t>
    </dgm:pt>
    <dgm:pt modelId="{FD58D03D-80F9-4175-910A-DF2F96A65680}" type="sibTrans" cxnId="{E092F486-9DE9-45E5-AD14-DAFFE2921A6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0E8CBFF-9BDB-467B-8056-4116DB69696B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Cardinalités: Min &amp; Max liaisons entre entités</a:t>
          </a:r>
          <a:endParaRPr lang="en-US"/>
        </a:p>
      </dgm:t>
    </dgm:pt>
    <dgm:pt modelId="{78A0DF64-B759-466E-9CD6-05BB89AD3C3F}" type="parTrans" cxnId="{EF1B2518-4328-48F7-954D-7989809F2F51}">
      <dgm:prSet/>
      <dgm:spPr/>
      <dgm:t>
        <a:bodyPr/>
        <a:lstStyle/>
        <a:p>
          <a:endParaRPr lang="en-US"/>
        </a:p>
      </dgm:t>
    </dgm:pt>
    <dgm:pt modelId="{E5FD19F2-A03D-49FF-9C33-AD2797B26599}" type="sibTrans" cxnId="{EF1B2518-4328-48F7-954D-7989809F2F51}">
      <dgm:prSet/>
      <dgm:spPr/>
      <dgm:t>
        <a:bodyPr/>
        <a:lstStyle/>
        <a:p>
          <a:endParaRPr lang="en-US"/>
        </a:p>
      </dgm:t>
    </dgm:pt>
    <dgm:pt modelId="{2F247B47-E41B-4166-897E-55F1F22F03A3}" type="pres">
      <dgm:prSet presAssocID="{ABA6821D-1005-41B1-99E0-F5DA098840A6}" presName="root" presStyleCnt="0">
        <dgm:presLayoutVars>
          <dgm:dir/>
          <dgm:resizeHandles val="exact"/>
        </dgm:presLayoutVars>
      </dgm:prSet>
      <dgm:spPr/>
    </dgm:pt>
    <dgm:pt modelId="{AFB6B8B4-EBDF-4FFD-99AD-25B94A3C2C57}" type="pres">
      <dgm:prSet presAssocID="{ABA6821D-1005-41B1-99E0-F5DA098840A6}" presName="container" presStyleCnt="0">
        <dgm:presLayoutVars>
          <dgm:dir/>
          <dgm:resizeHandles val="exact"/>
        </dgm:presLayoutVars>
      </dgm:prSet>
      <dgm:spPr/>
    </dgm:pt>
    <dgm:pt modelId="{24C568A7-F3D6-40EB-A921-DCD4B4DDD318}" type="pres">
      <dgm:prSet presAssocID="{A8867727-AA25-4BC1-8B62-D552F0E387D8}" presName="compNode" presStyleCnt="0"/>
      <dgm:spPr/>
    </dgm:pt>
    <dgm:pt modelId="{8F1CCF49-009E-43AB-AFCC-1F6701EB4539}" type="pres">
      <dgm:prSet presAssocID="{A8867727-AA25-4BC1-8B62-D552F0E387D8}" presName="iconBgRect" presStyleLbl="bgShp" presStyleIdx="0" presStyleCnt="7"/>
      <dgm:spPr/>
    </dgm:pt>
    <dgm:pt modelId="{8576B494-D20C-40A4-AB0E-2CC16AC66EBA}" type="pres">
      <dgm:prSet presAssocID="{A8867727-AA25-4BC1-8B62-D552F0E387D8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érarchie"/>
        </a:ext>
      </dgm:extLst>
    </dgm:pt>
    <dgm:pt modelId="{C2508AA3-B378-431D-A67C-EB5739887A67}" type="pres">
      <dgm:prSet presAssocID="{A8867727-AA25-4BC1-8B62-D552F0E387D8}" presName="spaceRect" presStyleCnt="0"/>
      <dgm:spPr/>
    </dgm:pt>
    <dgm:pt modelId="{A577829F-8116-4D2D-985B-720F81EA0C07}" type="pres">
      <dgm:prSet presAssocID="{A8867727-AA25-4BC1-8B62-D552F0E387D8}" presName="textRect" presStyleLbl="revTx" presStyleIdx="0" presStyleCnt="7">
        <dgm:presLayoutVars>
          <dgm:chMax val="1"/>
          <dgm:chPref val="1"/>
        </dgm:presLayoutVars>
      </dgm:prSet>
      <dgm:spPr/>
    </dgm:pt>
    <dgm:pt modelId="{B7644413-1E89-4A54-A16B-3242E9334393}" type="pres">
      <dgm:prSet presAssocID="{B89E792D-4C43-4CD7-9019-AD4559E6A5AE}" presName="sibTrans" presStyleLbl="sibTrans2D1" presStyleIdx="0" presStyleCnt="0"/>
      <dgm:spPr/>
    </dgm:pt>
    <dgm:pt modelId="{F39ECEB2-C213-4549-B056-24FE2BC75BB2}" type="pres">
      <dgm:prSet presAssocID="{CEF946E0-8D6C-4147-B538-F40C532DC435}" presName="compNode" presStyleCnt="0"/>
      <dgm:spPr/>
    </dgm:pt>
    <dgm:pt modelId="{C245C0E7-6B78-4B83-B800-224A6AF97D68}" type="pres">
      <dgm:prSet presAssocID="{CEF946E0-8D6C-4147-B538-F40C532DC435}" presName="iconBgRect" presStyleLbl="bgShp" presStyleIdx="1" presStyleCnt="7"/>
      <dgm:spPr/>
    </dgm:pt>
    <dgm:pt modelId="{DA2595A3-A069-4C7D-A138-CBAEF87EC473}" type="pres">
      <dgm:prSet presAssocID="{CEF946E0-8D6C-4147-B538-F40C532DC435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015AB23F-26FE-4666-88FE-BCF57939632E}" type="pres">
      <dgm:prSet presAssocID="{CEF946E0-8D6C-4147-B538-F40C532DC435}" presName="spaceRect" presStyleCnt="0"/>
      <dgm:spPr/>
    </dgm:pt>
    <dgm:pt modelId="{9EA6CE47-B3CC-4894-9843-12A97AF4BC6C}" type="pres">
      <dgm:prSet presAssocID="{CEF946E0-8D6C-4147-B538-F40C532DC435}" presName="textRect" presStyleLbl="revTx" presStyleIdx="1" presStyleCnt="7">
        <dgm:presLayoutVars>
          <dgm:chMax val="1"/>
          <dgm:chPref val="1"/>
        </dgm:presLayoutVars>
      </dgm:prSet>
      <dgm:spPr/>
    </dgm:pt>
    <dgm:pt modelId="{96170EB5-3ACF-4D7D-AB71-918F49037C9E}" type="pres">
      <dgm:prSet presAssocID="{7326CEA2-8E87-4BE6-BAF8-7D9C3E00B43B}" presName="sibTrans" presStyleLbl="sibTrans2D1" presStyleIdx="0" presStyleCnt="0"/>
      <dgm:spPr/>
    </dgm:pt>
    <dgm:pt modelId="{FE7F659F-F8FC-432D-9430-B50E8C5FCBB9}" type="pres">
      <dgm:prSet presAssocID="{D347210F-9495-458F-B5CD-1D950BBD0CF0}" presName="compNode" presStyleCnt="0"/>
      <dgm:spPr/>
    </dgm:pt>
    <dgm:pt modelId="{7B76247B-B492-4E86-85F0-3AB501EA950F}" type="pres">
      <dgm:prSet presAssocID="{D347210F-9495-458F-B5CD-1D950BBD0CF0}" presName="iconBgRect" presStyleLbl="bgShp" presStyleIdx="2" presStyleCnt="7"/>
      <dgm:spPr/>
    </dgm:pt>
    <dgm:pt modelId="{30ED60DC-850B-44DB-9E56-347EFA0A9B37}" type="pres">
      <dgm:prSet presAssocID="{D347210F-9495-458F-B5CD-1D950BBD0CF0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oignée de main"/>
        </a:ext>
      </dgm:extLst>
    </dgm:pt>
    <dgm:pt modelId="{CA1D6067-135C-4759-B259-DFDB64E2F0DE}" type="pres">
      <dgm:prSet presAssocID="{D347210F-9495-458F-B5CD-1D950BBD0CF0}" presName="spaceRect" presStyleCnt="0"/>
      <dgm:spPr/>
    </dgm:pt>
    <dgm:pt modelId="{DA2C9BBA-B083-4B1C-BF42-393021E1E36D}" type="pres">
      <dgm:prSet presAssocID="{D347210F-9495-458F-B5CD-1D950BBD0CF0}" presName="textRect" presStyleLbl="revTx" presStyleIdx="2" presStyleCnt="7">
        <dgm:presLayoutVars>
          <dgm:chMax val="1"/>
          <dgm:chPref val="1"/>
        </dgm:presLayoutVars>
      </dgm:prSet>
      <dgm:spPr/>
    </dgm:pt>
    <dgm:pt modelId="{7DDB7FB3-C776-4765-9B67-0F7CA712DF1B}" type="pres">
      <dgm:prSet presAssocID="{DC80353E-7DF5-4629-9E7E-C5A4311C961E}" presName="sibTrans" presStyleLbl="sibTrans2D1" presStyleIdx="0" presStyleCnt="0"/>
      <dgm:spPr/>
    </dgm:pt>
    <dgm:pt modelId="{A8F484CA-EDAD-4391-9D3F-DD5BC986B5D1}" type="pres">
      <dgm:prSet presAssocID="{5A110B24-D1F7-4135-BFAF-CC67FF8DA81D}" presName="compNode" presStyleCnt="0"/>
      <dgm:spPr/>
    </dgm:pt>
    <dgm:pt modelId="{FF8FB49F-E762-42E9-9A52-17D6B013A795}" type="pres">
      <dgm:prSet presAssocID="{5A110B24-D1F7-4135-BFAF-CC67FF8DA81D}" presName="iconBgRect" presStyleLbl="bgShp" presStyleIdx="3" presStyleCnt="7"/>
      <dgm:spPr/>
    </dgm:pt>
    <dgm:pt modelId="{48259D27-B1ED-4E7C-842D-FF4BFCD5805E}" type="pres">
      <dgm:prSet presAssocID="{5A110B24-D1F7-4135-BFAF-CC67FF8DA81D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âtiment"/>
        </a:ext>
      </dgm:extLst>
    </dgm:pt>
    <dgm:pt modelId="{F1CC5332-7F27-4A87-8F8C-37E728253132}" type="pres">
      <dgm:prSet presAssocID="{5A110B24-D1F7-4135-BFAF-CC67FF8DA81D}" presName="spaceRect" presStyleCnt="0"/>
      <dgm:spPr/>
    </dgm:pt>
    <dgm:pt modelId="{7DC8D44B-A68C-45BC-9E1F-5464CD5FF537}" type="pres">
      <dgm:prSet presAssocID="{5A110B24-D1F7-4135-BFAF-CC67FF8DA81D}" presName="textRect" presStyleLbl="revTx" presStyleIdx="3" presStyleCnt="7">
        <dgm:presLayoutVars>
          <dgm:chMax val="1"/>
          <dgm:chPref val="1"/>
        </dgm:presLayoutVars>
      </dgm:prSet>
      <dgm:spPr/>
    </dgm:pt>
    <dgm:pt modelId="{2D89D6F1-3EA3-413F-95B6-652CC2009F94}" type="pres">
      <dgm:prSet presAssocID="{0F88D776-70C2-464A-BD78-68294CB76D0E}" presName="sibTrans" presStyleLbl="sibTrans2D1" presStyleIdx="0" presStyleCnt="0"/>
      <dgm:spPr/>
    </dgm:pt>
    <dgm:pt modelId="{317AAA47-2682-492F-9F2F-4FE8C758300E}" type="pres">
      <dgm:prSet presAssocID="{E6A8A3CB-0CEC-4B21-A4C6-9400C5B0FD7A}" presName="compNode" presStyleCnt="0"/>
      <dgm:spPr/>
    </dgm:pt>
    <dgm:pt modelId="{3F54FCB3-8A87-4278-9B49-D25559A4A9C1}" type="pres">
      <dgm:prSet presAssocID="{E6A8A3CB-0CEC-4B21-A4C6-9400C5B0FD7A}" presName="iconBgRect" presStyleLbl="bgShp" presStyleIdx="4" presStyleCnt="7"/>
      <dgm:spPr/>
    </dgm:pt>
    <dgm:pt modelId="{24F661B8-1617-439E-9B4C-657A039CBB24}" type="pres">
      <dgm:prSet presAssocID="{E6A8A3CB-0CEC-4B21-A4C6-9400C5B0FD7A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32E4E7E5-1281-4C7A-A32A-EDF650E58FE8}" type="pres">
      <dgm:prSet presAssocID="{E6A8A3CB-0CEC-4B21-A4C6-9400C5B0FD7A}" presName="spaceRect" presStyleCnt="0"/>
      <dgm:spPr/>
    </dgm:pt>
    <dgm:pt modelId="{FFC5B4BD-1A31-49F2-B426-51D5ECC95267}" type="pres">
      <dgm:prSet presAssocID="{E6A8A3CB-0CEC-4B21-A4C6-9400C5B0FD7A}" presName="textRect" presStyleLbl="revTx" presStyleIdx="4" presStyleCnt="7">
        <dgm:presLayoutVars>
          <dgm:chMax val="1"/>
          <dgm:chPref val="1"/>
        </dgm:presLayoutVars>
      </dgm:prSet>
      <dgm:spPr/>
    </dgm:pt>
    <dgm:pt modelId="{FBEB4C6C-6746-495B-B009-3DCC5B236083}" type="pres">
      <dgm:prSet presAssocID="{BA56F1C1-847F-4DC1-9E01-8CD783FCBAAE}" presName="sibTrans" presStyleLbl="sibTrans2D1" presStyleIdx="0" presStyleCnt="0"/>
      <dgm:spPr/>
    </dgm:pt>
    <dgm:pt modelId="{037E3274-272B-410D-A112-C111F473EFF5}" type="pres">
      <dgm:prSet presAssocID="{81F601D0-5327-4213-87BC-55D8EB135975}" presName="compNode" presStyleCnt="0"/>
      <dgm:spPr/>
    </dgm:pt>
    <dgm:pt modelId="{E20B250B-8B0F-40E2-B602-ED1C9164E228}" type="pres">
      <dgm:prSet presAssocID="{81F601D0-5327-4213-87BC-55D8EB135975}" presName="iconBgRect" presStyleLbl="bgShp" presStyleIdx="5" presStyleCnt="7"/>
      <dgm:spPr/>
    </dgm:pt>
    <dgm:pt modelId="{8D921C54-63D0-49A8-B0E5-3B75A085E34A}" type="pres">
      <dgm:prSet presAssocID="{81F601D0-5327-4213-87BC-55D8EB135975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E6FD32CB-B8D7-47B8-8193-6CEA2F2BBB29}" type="pres">
      <dgm:prSet presAssocID="{81F601D0-5327-4213-87BC-55D8EB135975}" presName="spaceRect" presStyleCnt="0"/>
      <dgm:spPr/>
    </dgm:pt>
    <dgm:pt modelId="{0BFB5709-35A5-4E52-8DE6-F61365E8D1B4}" type="pres">
      <dgm:prSet presAssocID="{81F601D0-5327-4213-87BC-55D8EB135975}" presName="textRect" presStyleLbl="revTx" presStyleIdx="5" presStyleCnt="7">
        <dgm:presLayoutVars>
          <dgm:chMax val="1"/>
          <dgm:chPref val="1"/>
        </dgm:presLayoutVars>
      </dgm:prSet>
      <dgm:spPr/>
    </dgm:pt>
    <dgm:pt modelId="{CB1841C8-40EB-4F37-9E5C-6507B4B22FE7}" type="pres">
      <dgm:prSet presAssocID="{FD58D03D-80F9-4175-910A-DF2F96A65680}" presName="sibTrans" presStyleLbl="sibTrans2D1" presStyleIdx="0" presStyleCnt="0"/>
      <dgm:spPr/>
    </dgm:pt>
    <dgm:pt modelId="{6A85D1E5-5695-44F3-95D1-94280B231771}" type="pres">
      <dgm:prSet presAssocID="{E0E8CBFF-9BDB-467B-8056-4116DB69696B}" presName="compNode" presStyleCnt="0"/>
      <dgm:spPr/>
    </dgm:pt>
    <dgm:pt modelId="{B600227D-5EDA-4609-8501-5645D3FD45CE}" type="pres">
      <dgm:prSet presAssocID="{E0E8CBFF-9BDB-467B-8056-4116DB69696B}" presName="iconBgRect" presStyleLbl="bgShp" presStyleIdx="6" presStyleCnt="7"/>
      <dgm:spPr/>
    </dgm:pt>
    <dgm:pt modelId="{693A962B-5645-4F00-B514-3540517EF200}" type="pres">
      <dgm:prSet presAssocID="{E0E8CBFF-9BDB-467B-8056-4116DB69696B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tilisateur"/>
        </a:ext>
      </dgm:extLst>
    </dgm:pt>
    <dgm:pt modelId="{F654DB3C-48EE-4FF7-BCD1-7F1052B8F0A3}" type="pres">
      <dgm:prSet presAssocID="{E0E8CBFF-9BDB-467B-8056-4116DB69696B}" presName="spaceRect" presStyleCnt="0"/>
      <dgm:spPr/>
    </dgm:pt>
    <dgm:pt modelId="{DE277736-B65F-4CA1-B289-39C5B8B2C92C}" type="pres">
      <dgm:prSet presAssocID="{E0E8CBFF-9BDB-467B-8056-4116DB69696B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C0920600-6B04-49A5-B591-A33FC9CFBCFB}" type="presOf" srcId="{CEF946E0-8D6C-4147-B538-F40C532DC435}" destId="{9EA6CE47-B3CC-4894-9843-12A97AF4BC6C}" srcOrd="0" destOrd="0" presId="urn:microsoft.com/office/officeart/2018/2/layout/IconCircleList"/>
    <dgm:cxn modelId="{92980B01-C273-4872-B58F-DCFD1C9BEC15}" type="presOf" srcId="{E6A8A3CB-0CEC-4B21-A4C6-9400C5B0FD7A}" destId="{FFC5B4BD-1A31-49F2-B426-51D5ECC95267}" srcOrd="0" destOrd="0" presId="urn:microsoft.com/office/officeart/2018/2/layout/IconCircleList"/>
    <dgm:cxn modelId="{219A040C-806E-450C-9D04-611053744C4F}" type="presOf" srcId="{81F601D0-5327-4213-87BC-55D8EB135975}" destId="{0BFB5709-35A5-4E52-8DE6-F61365E8D1B4}" srcOrd="0" destOrd="0" presId="urn:microsoft.com/office/officeart/2018/2/layout/IconCircleList"/>
    <dgm:cxn modelId="{F90FB70F-2EC1-4600-9C70-3BF73916BA59}" type="presOf" srcId="{0F88D776-70C2-464A-BD78-68294CB76D0E}" destId="{2D89D6F1-3EA3-413F-95B6-652CC2009F94}" srcOrd="0" destOrd="0" presId="urn:microsoft.com/office/officeart/2018/2/layout/IconCircleList"/>
    <dgm:cxn modelId="{62AED114-0088-4E79-9D13-A8557BC7487A}" type="presOf" srcId="{ABA6821D-1005-41B1-99E0-F5DA098840A6}" destId="{2F247B47-E41B-4166-897E-55F1F22F03A3}" srcOrd="0" destOrd="0" presId="urn:microsoft.com/office/officeart/2018/2/layout/IconCircleList"/>
    <dgm:cxn modelId="{EF1B2518-4328-48F7-954D-7989809F2F51}" srcId="{ABA6821D-1005-41B1-99E0-F5DA098840A6}" destId="{E0E8CBFF-9BDB-467B-8056-4116DB69696B}" srcOrd="6" destOrd="0" parTransId="{78A0DF64-B759-466E-9CD6-05BB89AD3C3F}" sibTransId="{E5FD19F2-A03D-49FF-9C33-AD2797B26599}"/>
    <dgm:cxn modelId="{4B2D3C21-D6E4-43DB-BF97-9F4CEF2100C7}" type="presOf" srcId="{B89E792D-4C43-4CD7-9019-AD4559E6A5AE}" destId="{B7644413-1E89-4A54-A16B-3242E9334393}" srcOrd="0" destOrd="0" presId="urn:microsoft.com/office/officeart/2018/2/layout/IconCircleList"/>
    <dgm:cxn modelId="{E93EDE28-6055-456C-82ED-0D56CD44AEF1}" type="presOf" srcId="{A8867727-AA25-4BC1-8B62-D552F0E387D8}" destId="{A577829F-8116-4D2D-985B-720F81EA0C07}" srcOrd="0" destOrd="0" presId="urn:microsoft.com/office/officeart/2018/2/layout/IconCircleList"/>
    <dgm:cxn modelId="{2346D232-1051-4C2A-982D-40EE462E4758}" type="presOf" srcId="{D347210F-9495-458F-B5CD-1D950BBD0CF0}" destId="{DA2C9BBA-B083-4B1C-BF42-393021E1E36D}" srcOrd="0" destOrd="0" presId="urn:microsoft.com/office/officeart/2018/2/layout/IconCircleList"/>
    <dgm:cxn modelId="{134E833D-8DF2-4C0F-A9F1-558BB6C4C664}" type="presOf" srcId="{5A110B24-D1F7-4135-BFAF-CC67FF8DA81D}" destId="{7DC8D44B-A68C-45BC-9E1F-5464CD5FF537}" srcOrd="0" destOrd="0" presId="urn:microsoft.com/office/officeart/2018/2/layout/IconCircleList"/>
    <dgm:cxn modelId="{9D16C93E-90D7-4B91-A99C-F55DBA34A1E6}" srcId="{ABA6821D-1005-41B1-99E0-F5DA098840A6}" destId="{CEF946E0-8D6C-4147-B538-F40C532DC435}" srcOrd="1" destOrd="0" parTransId="{A8E1AED1-1488-445A-A0AA-32BE6172A4F7}" sibTransId="{7326CEA2-8E87-4BE6-BAF8-7D9C3E00B43B}"/>
    <dgm:cxn modelId="{D80CEE40-1038-4FAF-8F82-A42225B3FE40}" srcId="{ABA6821D-1005-41B1-99E0-F5DA098840A6}" destId="{E6A8A3CB-0CEC-4B21-A4C6-9400C5B0FD7A}" srcOrd="4" destOrd="0" parTransId="{7E66D964-76AF-4AC8-B3E6-264BECCCED8A}" sibTransId="{BA56F1C1-847F-4DC1-9E01-8CD783FCBAAE}"/>
    <dgm:cxn modelId="{7B6BE562-F744-4E99-A76D-F5DB6224FB26}" type="presOf" srcId="{DC80353E-7DF5-4629-9E7E-C5A4311C961E}" destId="{7DDB7FB3-C776-4765-9B67-0F7CA712DF1B}" srcOrd="0" destOrd="0" presId="urn:microsoft.com/office/officeart/2018/2/layout/IconCircleList"/>
    <dgm:cxn modelId="{1B300E65-CFEE-4EB7-B1A8-518D0BC03BE6}" type="presOf" srcId="{7326CEA2-8E87-4BE6-BAF8-7D9C3E00B43B}" destId="{96170EB5-3ACF-4D7D-AB71-918F49037C9E}" srcOrd="0" destOrd="0" presId="urn:microsoft.com/office/officeart/2018/2/layout/IconCircleList"/>
    <dgm:cxn modelId="{A15BE647-4BB7-4412-85E3-FE227196D702}" srcId="{ABA6821D-1005-41B1-99E0-F5DA098840A6}" destId="{D347210F-9495-458F-B5CD-1D950BBD0CF0}" srcOrd="2" destOrd="0" parTransId="{AEFBF6DA-F24F-4E7F-8D0A-EF482E1D70E3}" sibTransId="{DC80353E-7DF5-4629-9E7E-C5A4311C961E}"/>
    <dgm:cxn modelId="{E092F486-9DE9-45E5-AD14-DAFFE2921A66}" srcId="{ABA6821D-1005-41B1-99E0-F5DA098840A6}" destId="{81F601D0-5327-4213-87BC-55D8EB135975}" srcOrd="5" destOrd="0" parTransId="{DD559CFB-38A0-430D-A14D-05D3AEAC8BCC}" sibTransId="{FD58D03D-80F9-4175-910A-DF2F96A65680}"/>
    <dgm:cxn modelId="{F3AD8198-852C-49E7-8C65-45FEE3D35B21}" type="presOf" srcId="{FD58D03D-80F9-4175-910A-DF2F96A65680}" destId="{CB1841C8-40EB-4F37-9E5C-6507B4B22FE7}" srcOrd="0" destOrd="0" presId="urn:microsoft.com/office/officeart/2018/2/layout/IconCircleList"/>
    <dgm:cxn modelId="{DDB09FAA-27C1-4CBA-9A46-3E118FBD6D83}" srcId="{ABA6821D-1005-41B1-99E0-F5DA098840A6}" destId="{5A110B24-D1F7-4135-BFAF-CC67FF8DA81D}" srcOrd="3" destOrd="0" parTransId="{6B7A5E45-CB70-4778-BBC1-13024AA34B76}" sibTransId="{0F88D776-70C2-464A-BD78-68294CB76D0E}"/>
    <dgm:cxn modelId="{D686F3BB-FEC8-45C3-A9A2-7D564CEC6B6A}" type="presOf" srcId="{BA56F1C1-847F-4DC1-9E01-8CD783FCBAAE}" destId="{FBEB4C6C-6746-495B-B009-3DCC5B236083}" srcOrd="0" destOrd="0" presId="urn:microsoft.com/office/officeart/2018/2/layout/IconCircleList"/>
    <dgm:cxn modelId="{18FE08BD-817B-4B9F-8A2B-39CA26C37942}" type="presOf" srcId="{E0E8CBFF-9BDB-467B-8056-4116DB69696B}" destId="{DE277736-B65F-4CA1-B289-39C5B8B2C92C}" srcOrd="0" destOrd="0" presId="urn:microsoft.com/office/officeart/2018/2/layout/IconCircleList"/>
    <dgm:cxn modelId="{6F8674DC-4161-4AC3-A525-B37567DCFA74}" srcId="{ABA6821D-1005-41B1-99E0-F5DA098840A6}" destId="{A8867727-AA25-4BC1-8B62-D552F0E387D8}" srcOrd="0" destOrd="0" parTransId="{13EC1FA6-D7CF-4BC6-B24D-2D5A390EE0BF}" sibTransId="{B89E792D-4C43-4CD7-9019-AD4559E6A5AE}"/>
    <dgm:cxn modelId="{901F4059-5771-4CF4-AE87-13163573D0C1}" type="presParOf" srcId="{2F247B47-E41B-4166-897E-55F1F22F03A3}" destId="{AFB6B8B4-EBDF-4FFD-99AD-25B94A3C2C57}" srcOrd="0" destOrd="0" presId="urn:microsoft.com/office/officeart/2018/2/layout/IconCircleList"/>
    <dgm:cxn modelId="{0AE76E8F-7B36-48C6-B1A2-D10E2F81A37C}" type="presParOf" srcId="{AFB6B8B4-EBDF-4FFD-99AD-25B94A3C2C57}" destId="{24C568A7-F3D6-40EB-A921-DCD4B4DDD318}" srcOrd="0" destOrd="0" presId="urn:microsoft.com/office/officeart/2018/2/layout/IconCircleList"/>
    <dgm:cxn modelId="{FC0F219C-BA01-4636-8CA3-CF251F66A435}" type="presParOf" srcId="{24C568A7-F3D6-40EB-A921-DCD4B4DDD318}" destId="{8F1CCF49-009E-43AB-AFCC-1F6701EB4539}" srcOrd="0" destOrd="0" presId="urn:microsoft.com/office/officeart/2018/2/layout/IconCircleList"/>
    <dgm:cxn modelId="{29F32AD5-175C-48C7-8DD1-CE680EFE372F}" type="presParOf" srcId="{24C568A7-F3D6-40EB-A921-DCD4B4DDD318}" destId="{8576B494-D20C-40A4-AB0E-2CC16AC66EBA}" srcOrd="1" destOrd="0" presId="urn:microsoft.com/office/officeart/2018/2/layout/IconCircleList"/>
    <dgm:cxn modelId="{72D09910-52AF-424B-BBCB-4599D2816B3F}" type="presParOf" srcId="{24C568A7-F3D6-40EB-A921-DCD4B4DDD318}" destId="{C2508AA3-B378-431D-A67C-EB5739887A67}" srcOrd="2" destOrd="0" presId="urn:microsoft.com/office/officeart/2018/2/layout/IconCircleList"/>
    <dgm:cxn modelId="{D93799B7-D333-40D2-AED9-7C4772E28B60}" type="presParOf" srcId="{24C568A7-F3D6-40EB-A921-DCD4B4DDD318}" destId="{A577829F-8116-4D2D-985B-720F81EA0C07}" srcOrd="3" destOrd="0" presId="urn:microsoft.com/office/officeart/2018/2/layout/IconCircleList"/>
    <dgm:cxn modelId="{B640C17F-FB43-449F-BDFD-469E0EB58471}" type="presParOf" srcId="{AFB6B8B4-EBDF-4FFD-99AD-25B94A3C2C57}" destId="{B7644413-1E89-4A54-A16B-3242E9334393}" srcOrd="1" destOrd="0" presId="urn:microsoft.com/office/officeart/2018/2/layout/IconCircleList"/>
    <dgm:cxn modelId="{5F82C350-0339-4B39-A5C9-14F8558E9E04}" type="presParOf" srcId="{AFB6B8B4-EBDF-4FFD-99AD-25B94A3C2C57}" destId="{F39ECEB2-C213-4549-B056-24FE2BC75BB2}" srcOrd="2" destOrd="0" presId="urn:microsoft.com/office/officeart/2018/2/layout/IconCircleList"/>
    <dgm:cxn modelId="{A4B7B46B-B72C-4445-BE7B-D254AEEE8246}" type="presParOf" srcId="{F39ECEB2-C213-4549-B056-24FE2BC75BB2}" destId="{C245C0E7-6B78-4B83-B800-224A6AF97D68}" srcOrd="0" destOrd="0" presId="urn:microsoft.com/office/officeart/2018/2/layout/IconCircleList"/>
    <dgm:cxn modelId="{15E5601D-97F8-4315-A27F-154F2FB49435}" type="presParOf" srcId="{F39ECEB2-C213-4549-B056-24FE2BC75BB2}" destId="{DA2595A3-A069-4C7D-A138-CBAEF87EC473}" srcOrd="1" destOrd="0" presId="urn:microsoft.com/office/officeart/2018/2/layout/IconCircleList"/>
    <dgm:cxn modelId="{3B110536-F779-4E09-B9FC-0A9111940353}" type="presParOf" srcId="{F39ECEB2-C213-4549-B056-24FE2BC75BB2}" destId="{015AB23F-26FE-4666-88FE-BCF57939632E}" srcOrd="2" destOrd="0" presId="urn:microsoft.com/office/officeart/2018/2/layout/IconCircleList"/>
    <dgm:cxn modelId="{A4029753-6312-4F8A-8FCD-E47B4E3FE339}" type="presParOf" srcId="{F39ECEB2-C213-4549-B056-24FE2BC75BB2}" destId="{9EA6CE47-B3CC-4894-9843-12A97AF4BC6C}" srcOrd="3" destOrd="0" presId="urn:microsoft.com/office/officeart/2018/2/layout/IconCircleList"/>
    <dgm:cxn modelId="{36331CE7-7221-48D1-BE05-FBE1EE1CAC64}" type="presParOf" srcId="{AFB6B8B4-EBDF-4FFD-99AD-25B94A3C2C57}" destId="{96170EB5-3ACF-4D7D-AB71-918F49037C9E}" srcOrd="3" destOrd="0" presId="urn:microsoft.com/office/officeart/2018/2/layout/IconCircleList"/>
    <dgm:cxn modelId="{26D7E4EE-E7FB-43F9-BA3C-6419CAB3A2CB}" type="presParOf" srcId="{AFB6B8B4-EBDF-4FFD-99AD-25B94A3C2C57}" destId="{FE7F659F-F8FC-432D-9430-B50E8C5FCBB9}" srcOrd="4" destOrd="0" presId="urn:microsoft.com/office/officeart/2018/2/layout/IconCircleList"/>
    <dgm:cxn modelId="{F8727C8E-3D0C-4827-AB7C-08248ECDB008}" type="presParOf" srcId="{FE7F659F-F8FC-432D-9430-B50E8C5FCBB9}" destId="{7B76247B-B492-4E86-85F0-3AB501EA950F}" srcOrd="0" destOrd="0" presId="urn:microsoft.com/office/officeart/2018/2/layout/IconCircleList"/>
    <dgm:cxn modelId="{32F7B23F-ADFF-4F17-AE3F-8E4F45E5E5EA}" type="presParOf" srcId="{FE7F659F-F8FC-432D-9430-B50E8C5FCBB9}" destId="{30ED60DC-850B-44DB-9E56-347EFA0A9B37}" srcOrd="1" destOrd="0" presId="urn:microsoft.com/office/officeart/2018/2/layout/IconCircleList"/>
    <dgm:cxn modelId="{EBD4A8D5-DA98-43D0-AB1A-72BAB9CCB5DC}" type="presParOf" srcId="{FE7F659F-F8FC-432D-9430-B50E8C5FCBB9}" destId="{CA1D6067-135C-4759-B259-DFDB64E2F0DE}" srcOrd="2" destOrd="0" presId="urn:microsoft.com/office/officeart/2018/2/layout/IconCircleList"/>
    <dgm:cxn modelId="{ED78E03D-9EAE-4B47-B98A-B747986AD89D}" type="presParOf" srcId="{FE7F659F-F8FC-432D-9430-B50E8C5FCBB9}" destId="{DA2C9BBA-B083-4B1C-BF42-393021E1E36D}" srcOrd="3" destOrd="0" presId="urn:microsoft.com/office/officeart/2018/2/layout/IconCircleList"/>
    <dgm:cxn modelId="{073C2C1D-7B99-480F-81E2-E86C54D3B3B9}" type="presParOf" srcId="{AFB6B8B4-EBDF-4FFD-99AD-25B94A3C2C57}" destId="{7DDB7FB3-C776-4765-9B67-0F7CA712DF1B}" srcOrd="5" destOrd="0" presId="urn:microsoft.com/office/officeart/2018/2/layout/IconCircleList"/>
    <dgm:cxn modelId="{4AC3CC87-192D-4B34-AC2D-78443E78CA85}" type="presParOf" srcId="{AFB6B8B4-EBDF-4FFD-99AD-25B94A3C2C57}" destId="{A8F484CA-EDAD-4391-9D3F-DD5BC986B5D1}" srcOrd="6" destOrd="0" presId="urn:microsoft.com/office/officeart/2018/2/layout/IconCircleList"/>
    <dgm:cxn modelId="{D7F00234-00AF-44D4-BE43-B8D966BDE843}" type="presParOf" srcId="{A8F484CA-EDAD-4391-9D3F-DD5BC986B5D1}" destId="{FF8FB49F-E762-42E9-9A52-17D6B013A795}" srcOrd="0" destOrd="0" presId="urn:microsoft.com/office/officeart/2018/2/layout/IconCircleList"/>
    <dgm:cxn modelId="{CABE502D-4F83-48BC-8274-A582BC485771}" type="presParOf" srcId="{A8F484CA-EDAD-4391-9D3F-DD5BC986B5D1}" destId="{48259D27-B1ED-4E7C-842D-FF4BFCD5805E}" srcOrd="1" destOrd="0" presId="urn:microsoft.com/office/officeart/2018/2/layout/IconCircleList"/>
    <dgm:cxn modelId="{164366FE-1E51-4A67-B1BF-150241A75EF8}" type="presParOf" srcId="{A8F484CA-EDAD-4391-9D3F-DD5BC986B5D1}" destId="{F1CC5332-7F27-4A87-8F8C-37E728253132}" srcOrd="2" destOrd="0" presId="urn:microsoft.com/office/officeart/2018/2/layout/IconCircleList"/>
    <dgm:cxn modelId="{537541BE-70B5-4A38-AD18-2050FFFEFA4B}" type="presParOf" srcId="{A8F484CA-EDAD-4391-9D3F-DD5BC986B5D1}" destId="{7DC8D44B-A68C-45BC-9E1F-5464CD5FF537}" srcOrd="3" destOrd="0" presId="urn:microsoft.com/office/officeart/2018/2/layout/IconCircleList"/>
    <dgm:cxn modelId="{E59BECF0-20E4-49A7-8DC2-BB50BFF6DEF5}" type="presParOf" srcId="{AFB6B8B4-EBDF-4FFD-99AD-25B94A3C2C57}" destId="{2D89D6F1-3EA3-413F-95B6-652CC2009F94}" srcOrd="7" destOrd="0" presId="urn:microsoft.com/office/officeart/2018/2/layout/IconCircleList"/>
    <dgm:cxn modelId="{3879CE46-74AF-47CA-853C-EC37D5AAA27B}" type="presParOf" srcId="{AFB6B8B4-EBDF-4FFD-99AD-25B94A3C2C57}" destId="{317AAA47-2682-492F-9F2F-4FE8C758300E}" srcOrd="8" destOrd="0" presId="urn:microsoft.com/office/officeart/2018/2/layout/IconCircleList"/>
    <dgm:cxn modelId="{A3DADBE5-5527-44D9-B80C-F3F03875028E}" type="presParOf" srcId="{317AAA47-2682-492F-9F2F-4FE8C758300E}" destId="{3F54FCB3-8A87-4278-9B49-D25559A4A9C1}" srcOrd="0" destOrd="0" presId="urn:microsoft.com/office/officeart/2018/2/layout/IconCircleList"/>
    <dgm:cxn modelId="{8ADA6B79-964D-42C6-BBF2-6BEBBC570978}" type="presParOf" srcId="{317AAA47-2682-492F-9F2F-4FE8C758300E}" destId="{24F661B8-1617-439E-9B4C-657A039CBB24}" srcOrd="1" destOrd="0" presId="urn:microsoft.com/office/officeart/2018/2/layout/IconCircleList"/>
    <dgm:cxn modelId="{A59A5225-F408-47EE-BC4E-E3861FFF0675}" type="presParOf" srcId="{317AAA47-2682-492F-9F2F-4FE8C758300E}" destId="{32E4E7E5-1281-4C7A-A32A-EDF650E58FE8}" srcOrd="2" destOrd="0" presId="urn:microsoft.com/office/officeart/2018/2/layout/IconCircleList"/>
    <dgm:cxn modelId="{29A69359-D5BA-439E-9F43-93DE5C118F96}" type="presParOf" srcId="{317AAA47-2682-492F-9F2F-4FE8C758300E}" destId="{FFC5B4BD-1A31-49F2-B426-51D5ECC95267}" srcOrd="3" destOrd="0" presId="urn:microsoft.com/office/officeart/2018/2/layout/IconCircleList"/>
    <dgm:cxn modelId="{0F7CA0D1-76F7-450B-89A3-170D7A18D9BB}" type="presParOf" srcId="{AFB6B8B4-EBDF-4FFD-99AD-25B94A3C2C57}" destId="{FBEB4C6C-6746-495B-B009-3DCC5B236083}" srcOrd="9" destOrd="0" presId="urn:microsoft.com/office/officeart/2018/2/layout/IconCircleList"/>
    <dgm:cxn modelId="{5A144F57-B1CB-4EB8-A571-2BBCEA58E5CC}" type="presParOf" srcId="{AFB6B8B4-EBDF-4FFD-99AD-25B94A3C2C57}" destId="{037E3274-272B-410D-A112-C111F473EFF5}" srcOrd="10" destOrd="0" presId="urn:microsoft.com/office/officeart/2018/2/layout/IconCircleList"/>
    <dgm:cxn modelId="{F4D330BA-7F38-4398-98F3-1F79B0E2B7B0}" type="presParOf" srcId="{037E3274-272B-410D-A112-C111F473EFF5}" destId="{E20B250B-8B0F-40E2-B602-ED1C9164E228}" srcOrd="0" destOrd="0" presId="urn:microsoft.com/office/officeart/2018/2/layout/IconCircleList"/>
    <dgm:cxn modelId="{6B4B72C8-1EBE-4D11-82A5-771CE764E20D}" type="presParOf" srcId="{037E3274-272B-410D-A112-C111F473EFF5}" destId="{8D921C54-63D0-49A8-B0E5-3B75A085E34A}" srcOrd="1" destOrd="0" presId="urn:microsoft.com/office/officeart/2018/2/layout/IconCircleList"/>
    <dgm:cxn modelId="{66EC8390-4327-4252-A60C-3202B1B9E3D3}" type="presParOf" srcId="{037E3274-272B-410D-A112-C111F473EFF5}" destId="{E6FD32CB-B8D7-47B8-8193-6CEA2F2BBB29}" srcOrd="2" destOrd="0" presId="urn:microsoft.com/office/officeart/2018/2/layout/IconCircleList"/>
    <dgm:cxn modelId="{A843A815-20FF-49E9-B624-464CF2D101D4}" type="presParOf" srcId="{037E3274-272B-410D-A112-C111F473EFF5}" destId="{0BFB5709-35A5-4E52-8DE6-F61365E8D1B4}" srcOrd="3" destOrd="0" presId="urn:microsoft.com/office/officeart/2018/2/layout/IconCircleList"/>
    <dgm:cxn modelId="{D2782D95-6ACD-4ACA-8F18-AC3F98243662}" type="presParOf" srcId="{AFB6B8B4-EBDF-4FFD-99AD-25B94A3C2C57}" destId="{CB1841C8-40EB-4F37-9E5C-6507B4B22FE7}" srcOrd="11" destOrd="0" presId="urn:microsoft.com/office/officeart/2018/2/layout/IconCircleList"/>
    <dgm:cxn modelId="{F935F2C4-8E94-47FD-AAD8-5D6EADFEC773}" type="presParOf" srcId="{AFB6B8B4-EBDF-4FFD-99AD-25B94A3C2C57}" destId="{6A85D1E5-5695-44F3-95D1-94280B231771}" srcOrd="12" destOrd="0" presId="urn:microsoft.com/office/officeart/2018/2/layout/IconCircleList"/>
    <dgm:cxn modelId="{4C2E7DA4-F914-4E07-91F9-044B0539A61A}" type="presParOf" srcId="{6A85D1E5-5695-44F3-95D1-94280B231771}" destId="{B600227D-5EDA-4609-8501-5645D3FD45CE}" srcOrd="0" destOrd="0" presId="urn:microsoft.com/office/officeart/2018/2/layout/IconCircleList"/>
    <dgm:cxn modelId="{F3FC991A-E1A1-4543-BE34-DF121087597A}" type="presParOf" srcId="{6A85D1E5-5695-44F3-95D1-94280B231771}" destId="{693A962B-5645-4F00-B514-3540517EF200}" srcOrd="1" destOrd="0" presId="urn:microsoft.com/office/officeart/2018/2/layout/IconCircleList"/>
    <dgm:cxn modelId="{6E4FFCC5-F49A-42EE-A21E-4FC961F1C8EF}" type="presParOf" srcId="{6A85D1E5-5695-44F3-95D1-94280B231771}" destId="{F654DB3C-48EE-4FF7-BCD1-7F1052B8F0A3}" srcOrd="2" destOrd="0" presId="urn:microsoft.com/office/officeart/2018/2/layout/IconCircleList"/>
    <dgm:cxn modelId="{9781144B-D848-499D-863A-607256226EF5}" type="presParOf" srcId="{6A85D1E5-5695-44F3-95D1-94280B231771}" destId="{DE277736-B65F-4CA1-B289-39C5B8B2C92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91CA45B-196A-47E6-BFC9-D0DAC6A73360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462A727-DFBC-4F6F-8855-C881ECE7E899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dk1">
            <a:alpha val="50000"/>
          </a:schemeClr>
        </a:solidFill>
        <a:ln>
          <a:noFill/>
        </a:ln>
      </dgm:spPr>
      <dgm:t>
        <a:bodyPr/>
        <a:lstStyle/>
        <a:p>
          <a:pPr>
            <a:lnSpc>
              <a:spcPct val="100000"/>
            </a:lnSpc>
          </a:pPr>
          <a:r>
            <a:rPr lang="fr-FR" dirty="0">
              <a:solidFill>
                <a:schemeClr val="bg1"/>
              </a:solidFill>
            </a:rPr>
            <a:t>« docker </a:t>
          </a:r>
          <a:r>
            <a:rPr lang="fr-FR" dirty="0" err="1">
              <a:solidFill>
                <a:schemeClr val="bg1"/>
              </a:solidFill>
            </a:rPr>
            <a:t>build</a:t>
          </a:r>
          <a:r>
            <a:rPr lang="fr-FR" dirty="0">
              <a:solidFill>
                <a:schemeClr val="bg1"/>
              </a:solidFill>
            </a:rPr>
            <a:t> » : Construire une image à partir d’un </a:t>
          </a:r>
          <a:r>
            <a:rPr lang="fr-FR" dirty="0" err="1">
              <a:solidFill>
                <a:schemeClr val="bg1"/>
              </a:solidFill>
            </a:rPr>
            <a:t>Dockerfile</a:t>
          </a:r>
          <a:r>
            <a:rPr lang="fr-FR" dirty="0">
              <a:solidFill>
                <a:schemeClr val="bg1"/>
              </a:solidFill>
            </a:rPr>
            <a:t>.</a:t>
          </a:r>
          <a:endParaRPr lang="en-US" dirty="0">
            <a:solidFill>
              <a:schemeClr val="bg1"/>
            </a:solidFill>
          </a:endParaRPr>
        </a:p>
      </dgm:t>
    </dgm:pt>
    <dgm:pt modelId="{B224E172-B17C-4D78-A51B-A3930BCD0328}" type="parTrans" cxnId="{C71B4F96-D605-4DA3-A1E2-4989E90541DF}">
      <dgm:prSet/>
      <dgm:spPr/>
      <dgm:t>
        <a:bodyPr/>
        <a:lstStyle/>
        <a:p>
          <a:endParaRPr lang="en-US"/>
        </a:p>
      </dgm:t>
    </dgm:pt>
    <dgm:pt modelId="{C18E42D2-41DD-4B97-A708-BB2012C08394}" type="sibTrans" cxnId="{C71B4F96-D605-4DA3-A1E2-4989E90541D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5BB2F97-43A6-4EEB-AE1C-08F8C0AFFDD0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dk1">
            <a:alpha val="50000"/>
          </a:schemeClr>
        </a:solidFill>
        <a:ln>
          <a:noFill/>
        </a:ln>
      </dgm:spPr>
      <dgm:t>
        <a:bodyPr/>
        <a:lstStyle/>
        <a:p>
          <a:pPr>
            <a:lnSpc>
              <a:spcPct val="100000"/>
            </a:lnSpc>
          </a:pPr>
          <a:r>
            <a:rPr lang="fr-FR" dirty="0">
              <a:solidFill>
                <a:schemeClr val="bg1"/>
              </a:solidFill>
            </a:rPr>
            <a:t>« docker run » : Démarrer un conteneur à partir d’une image.</a:t>
          </a:r>
          <a:endParaRPr lang="en-US" dirty="0">
            <a:solidFill>
              <a:schemeClr val="bg1"/>
            </a:solidFill>
          </a:endParaRPr>
        </a:p>
      </dgm:t>
    </dgm:pt>
    <dgm:pt modelId="{567C573E-DE8D-47F1-94C7-DCF1684D2C6C}" type="parTrans" cxnId="{31DEE085-B206-4FF1-A9CA-8BEF410B9741}">
      <dgm:prSet/>
      <dgm:spPr/>
      <dgm:t>
        <a:bodyPr/>
        <a:lstStyle/>
        <a:p>
          <a:endParaRPr lang="en-US"/>
        </a:p>
      </dgm:t>
    </dgm:pt>
    <dgm:pt modelId="{A05EC48C-DC6E-4363-AE2D-CCABA6A1A556}" type="sibTrans" cxnId="{31DEE085-B206-4FF1-A9CA-8BEF410B974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1B94AA2-3D54-4CDB-9D00-66D5BA350438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dk1">
            <a:alpha val="50000"/>
          </a:schemeClr>
        </a:solidFill>
        <a:ln>
          <a:noFill/>
          <a:headEnd type="none" w="med" len="med"/>
          <a:tailEnd type="none" w="med" len="med"/>
        </a:ln>
      </dgm:spPr>
      <dgm:t>
        <a:bodyPr/>
        <a:lstStyle/>
        <a:p>
          <a:pPr>
            <a:lnSpc>
              <a:spcPct val="100000"/>
            </a:lnSpc>
          </a:pPr>
          <a:r>
            <a:rPr lang="fr-FR" dirty="0">
              <a:solidFill>
                <a:schemeClr val="bg1"/>
              </a:solidFill>
            </a:rPr>
            <a:t>« docker </a:t>
          </a:r>
          <a:r>
            <a:rPr lang="fr-FR" dirty="0" err="1">
              <a:solidFill>
                <a:schemeClr val="bg1"/>
              </a:solidFill>
            </a:rPr>
            <a:t>ps</a:t>
          </a:r>
          <a:r>
            <a:rPr lang="fr-FR" dirty="0">
              <a:solidFill>
                <a:schemeClr val="bg1"/>
              </a:solidFill>
            </a:rPr>
            <a:t> » :Lister les conteneurs en cours d’exécution.</a:t>
          </a:r>
          <a:endParaRPr lang="en-US" dirty="0">
            <a:solidFill>
              <a:schemeClr val="bg1"/>
            </a:solidFill>
          </a:endParaRPr>
        </a:p>
      </dgm:t>
    </dgm:pt>
    <dgm:pt modelId="{052B9AC1-197F-4CC6-8505-406E70057090}" type="parTrans" cxnId="{0598D317-8DB7-44E6-A28D-94E88086E611}">
      <dgm:prSet/>
      <dgm:spPr/>
      <dgm:t>
        <a:bodyPr/>
        <a:lstStyle/>
        <a:p>
          <a:endParaRPr lang="en-US"/>
        </a:p>
      </dgm:t>
    </dgm:pt>
    <dgm:pt modelId="{92FCA835-C79C-4CF4-8AED-2F9BAB04CF80}" type="sibTrans" cxnId="{0598D317-8DB7-44E6-A28D-94E88086E61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72B46E7-E130-4DE8-8E43-FEC0A65B3F3C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dk1">
            <a:alpha val="50000"/>
          </a:schemeClr>
        </a:solidFill>
        <a:ln>
          <a:noFill/>
        </a:ln>
      </dgm:spPr>
      <dgm:t>
        <a:bodyPr/>
        <a:lstStyle/>
        <a:p>
          <a:pPr>
            <a:lnSpc>
              <a:spcPct val="100000"/>
            </a:lnSpc>
          </a:pPr>
          <a:r>
            <a:rPr lang="fr-FR" dirty="0">
              <a:solidFill>
                <a:schemeClr val="bg1"/>
              </a:solidFill>
            </a:rPr>
            <a:t>« docker stop » : Arrêter un conteneur.</a:t>
          </a:r>
          <a:endParaRPr lang="en-US" dirty="0">
            <a:solidFill>
              <a:schemeClr val="bg1"/>
            </a:solidFill>
          </a:endParaRPr>
        </a:p>
      </dgm:t>
    </dgm:pt>
    <dgm:pt modelId="{7A7E92CC-BCDE-466A-A976-CB1DED249D18}" type="parTrans" cxnId="{4E8EA005-E2DC-4B0C-A170-ED9DC01ED4D2}">
      <dgm:prSet/>
      <dgm:spPr/>
      <dgm:t>
        <a:bodyPr/>
        <a:lstStyle/>
        <a:p>
          <a:endParaRPr lang="en-US"/>
        </a:p>
      </dgm:t>
    </dgm:pt>
    <dgm:pt modelId="{9D34B79A-99FC-4637-B3CC-1217493C3B1B}" type="sibTrans" cxnId="{4E8EA005-E2DC-4B0C-A170-ED9DC01ED4D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5379BC9-60E1-4308-9E2C-42477CF20E5C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dk1">
            <a:alpha val="50000"/>
          </a:schemeClr>
        </a:solidFill>
        <a:ln>
          <a:noFill/>
        </a:ln>
      </dgm:spPr>
      <dgm:t>
        <a:bodyPr/>
        <a:lstStyle/>
        <a:p>
          <a:pPr>
            <a:lnSpc>
              <a:spcPct val="100000"/>
            </a:lnSpc>
          </a:pPr>
          <a:r>
            <a:rPr lang="fr-FR" dirty="0">
              <a:solidFill>
                <a:schemeClr val="bg1"/>
              </a:solidFill>
            </a:rPr>
            <a:t>« docker </a:t>
          </a:r>
          <a:r>
            <a:rPr lang="fr-FR" dirty="0" err="1">
              <a:solidFill>
                <a:schemeClr val="bg1"/>
              </a:solidFill>
            </a:rPr>
            <a:t>exec</a:t>
          </a:r>
          <a:r>
            <a:rPr lang="fr-FR" dirty="0">
              <a:solidFill>
                <a:schemeClr val="bg1"/>
              </a:solidFill>
            </a:rPr>
            <a:t> » : Exécuter une commande dans un conteneur en cours d’exécution.</a:t>
          </a:r>
          <a:endParaRPr lang="en-US" dirty="0">
            <a:solidFill>
              <a:schemeClr val="bg1"/>
            </a:solidFill>
          </a:endParaRPr>
        </a:p>
      </dgm:t>
    </dgm:pt>
    <dgm:pt modelId="{19009B87-3DA5-454D-B1CE-368C64F07168}" type="parTrans" cxnId="{2F7A8D41-7289-4931-897B-380CC03BA78C}">
      <dgm:prSet/>
      <dgm:spPr/>
      <dgm:t>
        <a:bodyPr/>
        <a:lstStyle/>
        <a:p>
          <a:endParaRPr lang="en-US"/>
        </a:p>
      </dgm:t>
    </dgm:pt>
    <dgm:pt modelId="{E0C549A4-ECCB-47FC-8DFC-1407DB8AFAA6}" type="sibTrans" cxnId="{2F7A8D41-7289-4931-897B-380CC03BA78C}">
      <dgm:prSet/>
      <dgm:spPr/>
      <dgm:t>
        <a:bodyPr/>
        <a:lstStyle/>
        <a:p>
          <a:endParaRPr lang="en-US"/>
        </a:p>
      </dgm:t>
    </dgm:pt>
    <dgm:pt modelId="{83D6E7A2-B91C-4DC0-B495-251D2AE2B23A}" type="pres">
      <dgm:prSet presAssocID="{291CA45B-196A-47E6-BFC9-D0DAC6A73360}" presName="root" presStyleCnt="0">
        <dgm:presLayoutVars>
          <dgm:dir/>
          <dgm:resizeHandles val="exact"/>
        </dgm:presLayoutVars>
      </dgm:prSet>
      <dgm:spPr/>
    </dgm:pt>
    <dgm:pt modelId="{A6F5CB40-9CA4-4DB3-A949-28D0C9F39EC9}" type="pres">
      <dgm:prSet presAssocID="{291CA45B-196A-47E6-BFC9-D0DAC6A73360}" presName="container" presStyleCnt="0">
        <dgm:presLayoutVars>
          <dgm:dir/>
          <dgm:resizeHandles val="exact"/>
        </dgm:presLayoutVars>
      </dgm:prSet>
      <dgm:spPr/>
    </dgm:pt>
    <dgm:pt modelId="{81626DEB-51B6-483B-B6D0-2BE94D4DF7FE}" type="pres">
      <dgm:prSet presAssocID="{E462A727-DFBC-4F6F-8855-C881ECE7E899}" presName="compNode" presStyleCnt="0"/>
      <dgm:spPr/>
    </dgm:pt>
    <dgm:pt modelId="{045EEDB2-4F2F-45B6-8ABB-681226E1B75A}" type="pres">
      <dgm:prSet presAssocID="{E462A727-DFBC-4F6F-8855-C881ECE7E899}" presName="iconBgRect" presStyleLbl="bgShp" presStyleIdx="0" presStyleCnt="5"/>
      <dgm:spPr/>
    </dgm:pt>
    <dgm:pt modelId="{AF76562D-2274-45F4-91E2-C8E99440C28E}" type="pres">
      <dgm:prSet presAssocID="{E462A727-DFBC-4F6F-8855-C881ECE7E89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elleteuse"/>
        </a:ext>
      </dgm:extLst>
    </dgm:pt>
    <dgm:pt modelId="{9223DC7B-F0EB-447F-841E-078FE42B6935}" type="pres">
      <dgm:prSet presAssocID="{E462A727-DFBC-4F6F-8855-C881ECE7E899}" presName="spaceRect" presStyleCnt="0"/>
      <dgm:spPr/>
    </dgm:pt>
    <dgm:pt modelId="{DBC7464F-27BC-41DA-9709-623E12D28989}" type="pres">
      <dgm:prSet presAssocID="{E462A727-DFBC-4F6F-8855-C881ECE7E899}" presName="textRect" presStyleLbl="revTx" presStyleIdx="0" presStyleCnt="5">
        <dgm:presLayoutVars>
          <dgm:chMax val="1"/>
          <dgm:chPref val="1"/>
        </dgm:presLayoutVars>
      </dgm:prSet>
      <dgm:spPr/>
    </dgm:pt>
    <dgm:pt modelId="{28C7BE01-C9D1-4364-8AC9-1BAA9353DAC8}" type="pres">
      <dgm:prSet presAssocID="{C18E42D2-41DD-4B97-A708-BB2012C08394}" presName="sibTrans" presStyleLbl="sibTrans2D1" presStyleIdx="0" presStyleCnt="0"/>
      <dgm:spPr/>
    </dgm:pt>
    <dgm:pt modelId="{0A755F58-F014-4122-A62D-DBBDC63CD248}" type="pres">
      <dgm:prSet presAssocID="{D5BB2F97-43A6-4EEB-AE1C-08F8C0AFFDD0}" presName="compNode" presStyleCnt="0"/>
      <dgm:spPr/>
    </dgm:pt>
    <dgm:pt modelId="{6F798BA1-1609-4068-BF13-0599FB49828A}" type="pres">
      <dgm:prSet presAssocID="{D5BB2F97-43A6-4EEB-AE1C-08F8C0AFFDD0}" presName="iconBgRect" presStyleLbl="bgShp" presStyleIdx="1" presStyleCnt="5"/>
      <dgm:spPr/>
    </dgm:pt>
    <dgm:pt modelId="{CED1D841-917B-40DC-A85D-E50BBF03AF86}" type="pres">
      <dgm:prSet presAssocID="{D5BB2F97-43A6-4EEB-AE1C-08F8C0AFFDD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tte"/>
        </a:ext>
      </dgm:extLst>
    </dgm:pt>
    <dgm:pt modelId="{3CD20A39-E5AB-4CCA-8D89-C1F18C497F41}" type="pres">
      <dgm:prSet presAssocID="{D5BB2F97-43A6-4EEB-AE1C-08F8C0AFFDD0}" presName="spaceRect" presStyleCnt="0"/>
      <dgm:spPr/>
    </dgm:pt>
    <dgm:pt modelId="{74C28F0E-79DD-4F2E-8B19-7BFE303C50F7}" type="pres">
      <dgm:prSet presAssocID="{D5BB2F97-43A6-4EEB-AE1C-08F8C0AFFDD0}" presName="textRect" presStyleLbl="revTx" presStyleIdx="1" presStyleCnt="5">
        <dgm:presLayoutVars>
          <dgm:chMax val="1"/>
          <dgm:chPref val="1"/>
        </dgm:presLayoutVars>
      </dgm:prSet>
      <dgm:spPr/>
    </dgm:pt>
    <dgm:pt modelId="{4751E1EC-4B75-4EE1-BD8D-E80663F04CC6}" type="pres">
      <dgm:prSet presAssocID="{A05EC48C-DC6E-4363-AE2D-CCABA6A1A556}" presName="sibTrans" presStyleLbl="sibTrans2D1" presStyleIdx="0" presStyleCnt="0"/>
      <dgm:spPr/>
    </dgm:pt>
    <dgm:pt modelId="{8F0A6BA9-8F31-44DA-B6C6-22C7095EB095}" type="pres">
      <dgm:prSet presAssocID="{41B94AA2-3D54-4CDB-9D00-66D5BA350438}" presName="compNode" presStyleCnt="0"/>
      <dgm:spPr/>
    </dgm:pt>
    <dgm:pt modelId="{2E8910E1-B5DF-4D8D-A68B-862DA8B09E1B}" type="pres">
      <dgm:prSet presAssocID="{41B94AA2-3D54-4CDB-9D00-66D5BA350438}" presName="iconBgRect" presStyleLbl="bgShp" presStyleIdx="2" presStyleCnt="5"/>
      <dgm:spPr/>
    </dgm:pt>
    <dgm:pt modelId="{56FCDFC0-F86E-4544-BD84-D419CC8A414D}" type="pres">
      <dgm:prSet presAssocID="{41B94AA2-3D54-4CDB-9D00-66D5BA35043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ientifique"/>
        </a:ext>
      </dgm:extLst>
    </dgm:pt>
    <dgm:pt modelId="{A421218E-A530-4189-9D5F-B5D8C4B4F0A0}" type="pres">
      <dgm:prSet presAssocID="{41B94AA2-3D54-4CDB-9D00-66D5BA350438}" presName="spaceRect" presStyleCnt="0"/>
      <dgm:spPr/>
    </dgm:pt>
    <dgm:pt modelId="{75F2280B-2DE3-411F-AE16-2F96C758D7D6}" type="pres">
      <dgm:prSet presAssocID="{41B94AA2-3D54-4CDB-9D00-66D5BA350438}" presName="textRect" presStyleLbl="revTx" presStyleIdx="2" presStyleCnt="5">
        <dgm:presLayoutVars>
          <dgm:chMax val="1"/>
          <dgm:chPref val="1"/>
        </dgm:presLayoutVars>
      </dgm:prSet>
      <dgm:spPr/>
    </dgm:pt>
    <dgm:pt modelId="{58FC2EA4-3518-4916-941F-863A3A968C23}" type="pres">
      <dgm:prSet presAssocID="{92FCA835-C79C-4CF4-8AED-2F9BAB04CF80}" presName="sibTrans" presStyleLbl="sibTrans2D1" presStyleIdx="0" presStyleCnt="0"/>
      <dgm:spPr/>
    </dgm:pt>
    <dgm:pt modelId="{B93FE38C-3C18-4595-B153-9EF6C3904D22}" type="pres">
      <dgm:prSet presAssocID="{572B46E7-E130-4DE8-8E43-FEC0A65B3F3C}" presName="compNode" presStyleCnt="0"/>
      <dgm:spPr/>
    </dgm:pt>
    <dgm:pt modelId="{26C64ABA-4A68-44AB-B808-3400D6B81E96}" type="pres">
      <dgm:prSet presAssocID="{572B46E7-E130-4DE8-8E43-FEC0A65B3F3C}" presName="iconBgRect" presStyleLbl="bgShp" presStyleIdx="3" presStyleCnt="5"/>
      <dgm:spPr/>
    </dgm:pt>
    <dgm:pt modelId="{38FEB67D-705E-47AC-A948-6E997050EC65}" type="pres">
      <dgm:prSet presAssocID="{572B46E7-E130-4DE8-8E43-FEC0A65B3F3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 Sign"/>
        </a:ext>
      </dgm:extLst>
    </dgm:pt>
    <dgm:pt modelId="{10BD87A3-D51A-48AB-BDF9-5F06809F01BA}" type="pres">
      <dgm:prSet presAssocID="{572B46E7-E130-4DE8-8E43-FEC0A65B3F3C}" presName="spaceRect" presStyleCnt="0"/>
      <dgm:spPr/>
    </dgm:pt>
    <dgm:pt modelId="{DCB3F138-C24E-4FBA-BB84-12F3E2A51985}" type="pres">
      <dgm:prSet presAssocID="{572B46E7-E130-4DE8-8E43-FEC0A65B3F3C}" presName="textRect" presStyleLbl="revTx" presStyleIdx="3" presStyleCnt="5">
        <dgm:presLayoutVars>
          <dgm:chMax val="1"/>
          <dgm:chPref val="1"/>
        </dgm:presLayoutVars>
      </dgm:prSet>
      <dgm:spPr/>
    </dgm:pt>
    <dgm:pt modelId="{93D13E32-3311-4CBF-AA0F-F2D66E523390}" type="pres">
      <dgm:prSet presAssocID="{9D34B79A-99FC-4637-B3CC-1217493C3B1B}" presName="sibTrans" presStyleLbl="sibTrans2D1" presStyleIdx="0" presStyleCnt="0"/>
      <dgm:spPr/>
    </dgm:pt>
    <dgm:pt modelId="{19CF5319-F5D6-47C0-B0F2-E607EA5EB4D3}" type="pres">
      <dgm:prSet presAssocID="{75379BC9-60E1-4308-9E2C-42477CF20E5C}" presName="compNode" presStyleCnt="0"/>
      <dgm:spPr/>
    </dgm:pt>
    <dgm:pt modelId="{9F038775-D86E-4EA5-8ED9-EBE90636AA21}" type="pres">
      <dgm:prSet presAssocID="{75379BC9-60E1-4308-9E2C-42477CF20E5C}" presName="iconBgRect" presStyleLbl="bgShp" presStyleIdx="4" presStyleCnt="5"/>
      <dgm:spPr/>
    </dgm:pt>
    <dgm:pt modelId="{B72F4592-F090-43C8-94A2-8F4B82ACA77E}" type="pres">
      <dgm:prSet presAssocID="{75379BC9-60E1-4308-9E2C-42477CF20E5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6DB82925-34B4-4542-94C6-D204A1F6C6A0}" type="pres">
      <dgm:prSet presAssocID="{75379BC9-60E1-4308-9E2C-42477CF20E5C}" presName="spaceRect" presStyleCnt="0"/>
      <dgm:spPr/>
    </dgm:pt>
    <dgm:pt modelId="{9FD47D2D-8E33-4598-BB1F-67E4B7DCDB52}" type="pres">
      <dgm:prSet presAssocID="{75379BC9-60E1-4308-9E2C-42477CF20E5C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4E8EA005-E2DC-4B0C-A170-ED9DC01ED4D2}" srcId="{291CA45B-196A-47E6-BFC9-D0DAC6A73360}" destId="{572B46E7-E130-4DE8-8E43-FEC0A65B3F3C}" srcOrd="3" destOrd="0" parTransId="{7A7E92CC-BCDE-466A-A976-CB1DED249D18}" sibTransId="{9D34B79A-99FC-4637-B3CC-1217493C3B1B}"/>
    <dgm:cxn modelId="{9497FF12-76BC-4059-BF42-C65813D4F8AD}" type="presOf" srcId="{9D34B79A-99FC-4637-B3CC-1217493C3B1B}" destId="{93D13E32-3311-4CBF-AA0F-F2D66E523390}" srcOrd="0" destOrd="0" presId="urn:microsoft.com/office/officeart/2018/2/layout/IconCircleList"/>
    <dgm:cxn modelId="{0598D317-8DB7-44E6-A28D-94E88086E611}" srcId="{291CA45B-196A-47E6-BFC9-D0DAC6A73360}" destId="{41B94AA2-3D54-4CDB-9D00-66D5BA350438}" srcOrd="2" destOrd="0" parTransId="{052B9AC1-197F-4CC6-8505-406E70057090}" sibTransId="{92FCA835-C79C-4CF4-8AED-2F9BAB04CF80}"/>
    <dgm:cxn modelId="{7B5BD817-DDC7-48FA-A3CC-C460D125D4F9}" type="presOf" srcId="{E462A727-DFBC-4F6F-8855-C881ECE7E899}" destId="{DBC7464F-27BC-41DA-9709-623E12D28989}" srcOrd="0" destOrd="0" presId="urn:microsoft.com/office/officeart/2018/2/layout/IconCircleList"/>
    <dgm:cxn modelId="{B749742B-0467-4656-A473-7108DCD9CEF4}" type="presOf" srcId="{92FCA835-C79C-4CF4-8AED-2F9BAB04CF80}" destId="{58FC2EA4-3518-4916-941F-863A3A968C23}" srcOrd="0" destOrd="0" presId="urn:microsoft.com/office/officeart/2018/2/layout/IconCircleList"/>
    <dgm:cxn modelId="{2F7A8D41-7289-4931-897B-380CC03BA78C}" srcId="{291CA45B-196A-47E6-BFC9-D0DAC6A73360}" destId="{75379BC9-60E1-4308-9E2C-42477CF20E5C}" srcOrd="4" destOrd="0" parTransId="{19009B87-3DA5-454D-B1CE-368C64F07168}" sibTransId="{E0C549A4-ECCB-47FC-8DFC-1407DB8AFAA6}"/>
    <dgm:cxn modelId="{262A9D53-79F1-4A17-9F5E-0C140302BF68}" type="presOf" srcId="{572B46E7-E130-4DE8-8E43-FEC0A65B3F3C}" destId="{DCB3F138-C24E-4FBA-BB84-12F3E2A51985}" srcOrd="0" destOrd="0" presId="urn:microsoft.com/office/officeart/2018/2/layout/IconCircleList"/>
    <dgm:cxn modelId="{00F93956-EAB1-4441-A8B2-09931D2291B4}" type="presOf" srcId="{C18E42D2-41DD-4B97-A708-BB2012C08394}" destId="{28C7BE01-C9D1-4364-8AC9-1BAA9353DAC8}" srcOrd="0" destOrd="0" presId="urn:microsoft.com/office/officeart/2018/2/layout/IconCircleList"/>
    <dgm:cxn modelId="{31DEE085-B206-4FF1-A9CA-8BEF410B9741}" srcId="{291CA45B-196A-47E6-BFC9-D0DAC6A73360}" destId="{D5BB2F97-43A6-4EEB-AE1C-08F8C0AFFDD0}" srcOrd="1" destOrd="0" parTransId="{567C573E-DE8D-47F1-94C7-DCF1684D2C6C}" sibTransId="{A05EC48C-DC6E-4363-AE2D-CCABA6A1A556}"/>
    <dgm:cxn modelId="{A825BA8B-CE20-4D3E-8EF3-9ED7F0C8807E}" type="presOf" srcId="{41B94AA2-3D54-4CDB-9D00-66D5BA350438}" destId="{75F2280B-2DE3-411F-AE16-2F96C758D7D6}" srcOrd="0" destOrd="0" presId="urn:microsoft.com/office/officeart/2018/2/layout/IconCircleList"/>
    <dgm:cxn modelId="{C71B4F96-D605-4DA3-A1E2-4989E90541DF}" srcId="{291CA45B-196A-47E6-BFC9-D0DAC6A73360}" destId="{E462A727-DFBC-4F6F-8855-C881ECE7E899}" srcOrd="0" destOrd="0" parTransId="{B224E172-B17C-4D78-A51B-A3930BCD0328}" sibTransId="{C18E42D2-41DD-4B97-A708-BB2012C08394}"/>
    <dgm:cxn modelId="{2E23DCA4-C544-4597-8A0C-8EAB34E26370}" type="presOf" srcId="{291CA45B-196A-47E6-BFC9-D0DAC6A73360}" destId="{83D6E7A2-B91C-4DC0-B495-251D2AE2B23A}" srcOrd="0" destOrd="0" presId="urn:microsoft.com/office/officeart/2018/2/layout/IconCircleList"/>
    <dgm:cxn modelId="{41C4A5C7-25BC-4BE1-B093-B95B3CE1E8E6}" type="presOf" srcId="{A05EC48C-DC6E-4363-AE2D-CCABA6A1A556}" destId="{4751E1EC-4B75-4EE1-BD8D-E80663F04CC6}" srcOrd="0" destOrd="0" presId="urn:microsoft.com/office/officeart/2018/2/layout/IconCircleList"/>
    <dgm:cxn modelId="{D97DCCD6-23D4-482B-A872-59B379C769FE}" type="presOf" srcId="{D5BB2F97-43A6-4EEB-AE1C-08F8C0AFFDD0}" destId="{74C28F0E-79DD-4F2E-8B19-7BFE303C50F7}" srcOrd="0" destOrd="0" presId="urn:microsoft.com/office/officeart/2018/2/layout/IconCircleList"/>
    <dgm:cxn modelId="{B21ACAF9-B7B7-4192-8834-1FBCAB42368C}" type="presOf" srcId="{75379BC9-60E1-4308-9E2C-42477CF20E5C}" destId="{9FD47D2D-8E33-4598-BB1F-67E4B7DCDB52}" srcOrd="0" destOrd="0" presId="urn:microsoft.com/office/officeart/2018/2/layout/IconCircleList"/>
    <dgm:cxn modelId="{9B721D58-89D2-434F-BDE9-F12411AC4804}" type="presParOf" srcId="{83D6E7A2-B91C-4DC0-B495-251D2AE2B23A}" destId="{A6F5CB40-9CA4-4DB3-A949-28D0C9F39EC9}" srcOrd="0" destOrd="0" presId="urn:microsoft.com/office/officeart/2018/2/layout/IconCircleList"/>
    <dgm:cxn modelId="{B7938ACC-79C8-411A-A368-CA7931F6A998}" type="presParOf" srcId="{A6F5CB40-9CA4-4DB3-A949-28D0C9F39EC9}" destId="{81626DEB-51B6-483B-B6D0-2BE94D4DF7FE}" srcOrd="0" destOrd="0" presId="urn:microsoft.com/office/officeart/2018/2/layout/IconCircleList"/>
    <dgm:cxn modelId="{FA1ED9C0-9E96-4091-854D-E964A65D8BA3}" type="presParOf" srcId="{81626DEB-51B6-483B-B6D0-2BE94D4DF7FE}" destId="{045EEDB2-4F2F-45B6-8ABB-681226E1B75A}" srcOrd="0" destOrd="0" presId="urn:microsoft.com/office/officeart/2018/2/layout/IconCircleList"/>
    <dgm:cxn modelId="{EAFB4562-E004-4B94-A311-79F925D4A184}" type="presParOf" srcId="{81626DEB-51B6-483B-B6D0-2BE94D4DF7FE}" destId="{AF76562D-2274-45F4-91E2-C8E99440C28E}" srcOrd="1" destOrd="0" presId="urn:microsoft.com/office/officeart/2018/2/layout/IconCircleList"/>
    <dgm:cxn modelId="{163EB366-1300-4476-BA7A-51EBE2F9B776}" type="presParOf" srcId="{81626DEB-51B6-483B-B6D0-2BE94D4DF7FE}" destId="{9223DC7B-F0EB-447F-841E-078FE42B6935}" srcOrd="2" destOrd="0" presId="urn:microsoft.com/office/officeart/2018/2/layout/IconCircleList"/>
    <dgm:cxn modelId="{229D3DB0-A1A8-442C-8714-8C87995777B3}" type="presParOf" srcId="{81626DEB-51B6-483B-B6D0-2BE94D4DF7FE}" destId="{DBC7464F-27BC-41DA-9709-623E12D28989}" srcOrd="3" destOrd="0" presId="urn:microsoft.com/office/officeart/2018/2/layout/IconCircleList"/>
    <dgm:cxn modelId="{E422614A-782A-4125-A550-5957AE1A2155}" type="presParOf" srcId="{A6F5CB40-9CA4-4DB3-A949-28D0C9F39EC9}" destId="{28C7BE01-C9D1-4364-8AC9-1BAA9353DAC8}" srcOrd="1" destOrd="0" presId="urn:microsoft.com/office/officeart/2018/2/layout/IconCircleList"/>
    <dgm:cxn modelId="{5B7BBD90-B783-46FB-93E5-AB916C22197D}" type="presParOf" srcId="{A6F5CB40-9CA4-4DB3-A949-28D0C9F39EC9}" destId="{0A755F58-F014-4122-A62D-DBBDC63CD248}" srcOrd="2" destOrd="0" presId="urn:microsoft.com/office/officeart/2018/2/layout/IconCircleList"/>
    <dgm:cxn modelId="{94EE441F-6E17-4FC2-8D34-F3141E83D60D}" type="presParOf" srcId="{0A755F58-F014-4122-A62D-DBBDC63CD248}" destId="{6F798BA1-1609-4068-BF13-0599FB49828A}" srcOrd="0" destOrd="0" presId="urn:microsoft.com/office/officeart/2018/2/layout/IconCircleList"/>
    <dgm:cxn modelId="{E03DF797-F606-451F-8A97-E9CEE5AD234E}" type="presParOf" srcId="{0A755F58-F014-4122-A62D-DBBDC63CD248}" destId="{CED1D841-917B-40DC-A85D-E50BBF03AF86}" srcOrd="1" destOrd="0" presId="urn:microsoft.com/office/officeart/2018/2/layout/IconCircleList"/>
    <dgm:cxn modelId="{0A216D68-67CF-496B-93D6-E9CFE819728F}" type="presParOf" srcId="{0A755F58-F014-4122-A62D-DBBDC63CD248}" destId="{3CD20A39-E5AB-4CCA-8D89-C1F18C497F41}" srcOrd="2" destOrd="0" presId="urn:microsoft.com/office/officeart/2018/2/layout/IconCircleList"/>
    <dgm:cxn modelId="{67C3606E-9889-4D0F-AF8C-0ACEDD73D156}" type="presParOf" srcId="{0A755F58-F014-4122-A62D-DBBDC63CD248}" destId="{74C28F0E-79DD-4F2E-8B19-7BFE303C50F7}" srcOrd="3" destOrd="0" presId="urn:microsoft.com/office/officeart/2018/2/layout/IconCircleList"/>
    <dgm:cxn modelId="{939C34F3-36F3-4362-AD86-5B6072C2B757}" type="presParOf" srcId="{A6F5CB40-9CA4-4DB3-A949-28D0C9F39EC9}" destId="{4751E1EC-4B75-4EE1-BD8D-E80663F04CC6}" srcOrd="3" destOrd="0" presId="urn:microsoft.com/office/officeart/2018/2/layout/IconCircleList"/>
    <dgm:cxn modelId="{F88BA11F-8180-4C18-8BF8-C96BD7FC3504}" type="presParOf" srcId="{A6F5CB40-9CA4-4DB3-A949-28D0C9F39EC9}" destId="{8F0A6BA9-8F31-44DA-B6C6-22C7095EB095}" srcOrd="4" destOrd="0" presId="urn:microsoft.com/office/officeart/2018/2/layout/IconCircleList"/>
    <dgm:cxn modelId="{AEB2D328-7695-48B5-8F52-BE17AB7F3C2C}" type="presParOf" srcId="{8F0A6BA9-8F31-44DA-B6C6-22C7095EB095}" destId="{2E8910E1-B5DF-4D8D-A68B-862DA8B09E1B}" srcOrd="0" destOrd="0" presId="urn:microsoft.com/office/officeart/2018/2/layout/IconCircleList"/>
    <dgm:cxn modelId="{C309947C-9F70-4C9A-8BAC-CE8F22022424}" type="presParOf" srcId="{8F0A6BA9-8F31-44DA-B6C6-22C7095EB095}" destId="{56FCDFC0-F86E-4544-BD84-D419CC8A414D}" srcOrd="1" destOrd="0" presId="urn:microsoft.com/office/officeart/2018/2/layout/IconCircleList"/>
    <dgm:cxn modelId="{7A850727-D236-4D1E-9D86-0858A4B6353B}" type="presParOf" srcId="{8F0A6BA9-8F31-44DA-B6C6-22C7095EB095}" destId="{A421218E-A530-4189-9D5F-B5D8C4B4F0A0}" srcOrd="2" destOrd="0" presId="urn:microsoft.com/office/officeart/2018/2/layout/IconCircleList"/>
    <dgm:cxn modelId="{D2A47DCC-B16C-41A2-8AB9-E6DEBE068789}" type="presParOf" srcId="{8F0A6BA9-8F31-44DA-B6C6-22C7095EB095}" destId="{75F2280B-2DE3-411F-AE16-2F96C758D7D6}" srcOrd="3" destOrd="0" presId="urn:microsoft.com/office/officeart/2018/2/layout/IconCircleList"/>
    <dgm:cxn modelId="{CA3E5AA3-7C35-4161-A7C6-291FB6233340}" type="presParOf" srcId="{A6F5CB40-9CA4-4DB3-A949-28D0C9F39EC9}" destId="{58FC2EA4-3518-4916-941F-863A3A968C23}" srcOrd="5" destOrd="0" presId="urn:microsoft.com/office/officeart/2018/2/layout/IconCircleList"/>
    <dgm:cxn modelId="{EC9DD019-86CB-4F6C-A0C9-F4A9CC25287B}" type="presParOf" srcId="{A6F5CB40-9CA4-4DB3-A949-28D0C9F39EC9}" destId="{B93FE38C-3C18-4595-B153-9EF6C3904D22}" srcOrd="6" destOrd="0" presId="urn:microsoft.com/office/officeart/2018/2/layout/IconCircleList"/>
    <dgm:cxn modelId="{AD857F35-4C71-4899-8C93-D91DD777F4BB}" type="presParOf" srcId="{B93FE38C-3C18-4595-B153-9EF6C3904D22}" destId="{26C64ABA-4A68-44AB-B808-3400D6B81E96}" srcOrd="0" destOrd="0" presId="urn:microsoft.com/office/officeart/2018/2/layout/IconCircleList"/>
    <dgm:cxn modelId="{D824D8AB-C4B2-482B-8EBC-7FEBCD4B7337}" type="presParOf" srcId="{B93FE38C-3C18-4595-B153-9EF6C3904D22}" destId="{38FEB67D-705E-47AC-A948-6E997050EC65}" srcOrd="1" destOrd="0" presId="urn:microsoft.com/office/officeart/2018/2/layout/IconCircleList"/>
    <dgm:cxn modelId="{20D9F177-3320-44B5-A4D9-46C7E0D5EDDC}" type="presParOf" srcId="{B93FE38C-3C18-4595-B153-9EF6C3904D22}" destId="{10BD87A3-D51A-48AB-BDF9-5F06809F01BA}" srcOrd="2" destOrd="0" presId="urn:microsoft.com/office/officeart/2018/2/layout/IconCircleList"/>
    <dgm:cxn modelId="{11C77736-3B36-4E5A-B050-BDF1B21A2486}" type="presParOf" srcId="{B93FE38C-3C18-4595-B153-9EF6C3904D22}" destId="{DCB3F138-C24E-4FBA-BB84-12F3E2A51985}" srcOrd="3" destOrd="0" presId="urn:microsoft.com/office/officeart/2018/2/layout/IconCircleList"/>
    <dgm:cxn modelId="{4D9EB7C8-33E2-4913-8B3A-DD67E312E504}" type="presParOf" srcId="{A6F5CB40-9CA4-4DB3-A949-28D0C9F39EC9}" destId="{93D13E32-3311-4CBF-AA0F-F2D66E523390}" srcOrd="7" destOrd="0" presId="urn:microsoft.com/office/officeart/2018/2/layout/IconCircleList"/>
    <dgm:cxn modelId="{7FB41248-B33D-42FB-8A7A-A60AD222BE6E}" type="presParOf" srcId="{A6F5CB40-9CA4-4DB3-A949-28D0C9F39EC9}" destId="{19CF5319-F5D6-47C0-B0F2-E607EA5EB4D3}" srcOrd="8" destOrd="0" presId="urn:microsoft.com/office/officeart/2018/2/layout/IconCircleList"/>
    <dgm:cxn modelId="{E8B9CD26-1A97-4AF7-A2AC-594733D5E445}" type="presParOf" srcId="{19CF5319-F5D6-47C0-B0F2-E607EA5EB4D3}" destId="{9F038775-D86E-4EA5-8ED9-EBE90636AA21}" srcOrd="0" destOrd="0" presId="urn:microsoft.com/office/officeart/2018/2/layout/IconCircleList"/>
    <dgm:cxn modelId="{ED2E872F-574D-4896-87B5-B3E054548EC2}" type="presParOf" srcId="{19CF5319-F5D6-47C0-B0F2-E607EA5EB4D3}" destId="{B72F4592-F090-43C8-94A2-8F4B82ACA77E}" srcOrd="1" destOrd="0" presId="urn:microsoft.com/office/officeart/2018/2/layout/IconCircleList"/>
    <dgm:cxn modelId="{53741FED-2798-4546-844A-8B65F1A84493}" type="presParOf" srcId="{19CF5319-F5D6-47C0-B0F2-E607EA5EB4D3}" destId="{6DB82925-34B4-4542-94C6-D204A1F6C6A0}" srcOrd="2" destOrd="0" presId="urn:microsoft.com/office/officeart/2018/2/layout/IconCircleList"/>
    <dgm:cxn modelId="{29454881-2651-4783-8CDD-4FB6D9876622}" type="presParOf" srcId="{19CF5319-F5D6-47C0-B0F2-E607EA5EB4D3}" destId="{9FD47D2D-8E33-4598-BB1F-67E4B7DCDB5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8189F9-8D9A-48AA-8E34-A8EF0D920C36}">
      <dsp:nvSpPr>
        <dsp:cNvPr id="0" name=""/>
        <dsp:cNvSpPr/>
      </dsp:nvSpPr>
      <dsp:spPr>
        <a:xfrm>
          <a:off x="0" y="57364"/>
          <a:ext cx="2314575" cy="14697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B65969-8BE8-411E-A24F-86BE37F44DA9}">
      <dsp:nvSpPr>
        <dsp:cNvPr id="0" name=""/>
        <dsp:cNvSpPr/>
      </dsp:nvSpPr>
      <dsp:spPr>
        <a:xfrm>
          <a:off x="257174" y="301680"/>
          <a:ext cx="2314575" cy="1469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• Evaluation en Cours de Formation </a:t>
          </a:r>
          <a:endParaRPr lang="en-US" sz="2400" kern="1200"/>
        </a:p>
      </dsp:txBody>
      <dsp:txXfrm>
        <a:off x="300222" y="344728"/>
        <a:ext cx="2228479" cy="1383659"/>
      </dsp:txXfrm>
    </dsp:sp>
    <dsp:sp modelId="{5D57AA6C-8676-4398-A904-4DABF818289A}">
      <dsp:nvSpPr>
        <dsp:cNvPr id="0" name=""/>
        <dsp:cNvSpPr/>
      </dsp:nvSpPr>
      <dsp:spPr>
        <a:xfrm>
          <a:off x="2828924" y="57364"/>
          <a:ext cx="2314575" cy="14697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EBC1AF-5668-4370-A73E-33FBB459BBC7}">
      <dsp:nvSpPr>
        <dsp:cNvPr id="0" name=""/>
        <dsp:cNvSpPr/>
      </dsp:nvSpPr>
      <dsp:spPr>
        <a:xfrm>
          <a:off x="3086099" y="301680"/>
          <a:ext cx="2314575" cy="1469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• Sujet &amp; Cahier des charges imposés</a:t>
          </a:r>
          <a:endParaRPr lang="en-US" sz="2400" kern="1200"/>
        </a:p>
      </dsp:txBody>
      <dsp:txXfrm>
        <a:off x="3129147" y="344728"/>
        <a:ext cx="2228479" cy="1383659"/>
      </dsp:txXfrm>
    </dsp:sp>
    <dsp:sp modelId="{9C7D3950-514C-4094-A7B9-B26F017A4645}">
      <dsp:nvSpPr>
        <dsp:cNvPr id="0" name=""/>
        <dsp:cNvSpPr/>
      </dsp:nvSpPr>
      <dsp:spPr>
        <a:xfrm>
          <a:off x="5657850" y="57364"/>
          <a:ext cx="2314575" cy="14697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D3F448-F598-468E-92E5-929FB9F45A75}">
      <dsp:nvSpPr>
        <dsp:cNvPr id="0" name=""/>
        <dsp:cNvSpPr/>
      </dsp:nvSpPr>
      <dsp:spPr>
        <a:xfrm>
          <a:off x="5915024" y="301680"/>
          <a:ext cx="2314575" cy="1469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• Projet en autonomie</a:t>
          </a:r>
          <a:endParaRPr lang="en-US" sz="2400" kern="1200"/>
        </a:p>
      </dsp:txBody>
      <dsp:txXfrm>
        <a:off x="5958072" y="344728"/>
        <a:ext cx="2228479" cy="13836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1CCF49-009E-43AB-AFCC-1F6701EB4539}">
      <dsp:nvSpPr>
        <dsp:cNvPr id="0" name=""/>
        <dsp:cNvSpPr/>
      </dsp:nvSpPr>
      <dsp:spPr>
        <a:xfrm>
          <a:off x="1610" y="1093751"/>
          <a:ext cx="425840" cy="42584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76B494-D20C-40A4-AB0E-2CC16AC66EBA}">
      <dsp:nvSpPr>
        <dsp:cNvPr id="0" name=""/>
        <dsp:cNvSpPr/>
      </dsp:nvSpPr>
      <dsp:spPr>
        <a:xfrm>
          <a:off x="91036" y="1183177"/>
          <a:ext cx="246987" cy="2469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77829F-8116-4D2D-985B-720F81EA0C07}">
      <dsp:nvSpPr>
        <dsp:cNvPr id="0" name=""/>
        <dsp:cNvSpPr/>
      </dsp:nvSpPr>
      <dsp:spPr>
        <a:xfrm>
          <a:off x="518702" y="1093751"/>
          <a:ext cx="1003767" cy="425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Représentation graphique des entités et associations.</a:t>
          </a:r>
          <a:endParaRPr lang="en-US" sz="1100" kern="1200" dirty="0"/>
        </a:p>
      </dsp:txBody>
      <dsp:txXfrm>
        <a:off x="518702" y="1093751"/>
        <a:ext cx="1003767" cy="425840"/>
      </dsp:txXfrm>
    </dsp:sp>
    <dsp:sp modelId="{C245C0E7-6B78-4B83-B800-224A6AF97D68}">
      <dsp:nvSpPr>
        <dsp:cNvPr id="0" name=""/>
        <dsp:cNvSpPr/>
      </dsp:nvSpPr>
      <dsp:spPr>
        <a:xfrm>
          <a:off x="1697368" y="1093751"/>
          <a:ext cx="425840" cy="42584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2595A3-A069-4C7D-A138-CBAEF87EC473}">
      <dsp:nvSpPr>
        <dsp:cNvPr id="0" name=""/>
        <dsp:cNvSpPr/>
      </dsp:nvSpPr>
      <dsp:spPr>
        <a:xfrm>
          <a:off x="1786794" y="1183177"/>
          <a:ext cx="246987" cy="2469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A6CE47-B3CC-4894-9843-12A97AF4BC6C}">
      <dsp:nvSpPr>
        <dsp:cNvPr id="0" name=""/>
        <dsp:cNvSpPr/>
      </dsp:nvSpPr>
      <dsp:spPr>
        <a:xfrm>
          <a:off x="2214460" y="1093751"/>
          <a:ext cx="1003767" cy="425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/>
            <a:t>Identifier &amp; structurer données </a:t>
          </a:r>
          <a:endParaRPr lang="en-US" sz="1100" kern="1200"/>
        </a:p>
      </dsp:txBody>
      <dsp:txXfrm>
        <a:off x="2214460" y="1093751"/>
        <a:ext cx="1003767" cy="425840"/>
      </dsp:txXfrm>
    </dsp:sp>
    <dsp:sp modelId="{7B76247B-B492-4E86-85F0-3AB501EA950F}">
      <dsp:nvSpPr>
        <dsp:cNvPr id="0" name=""/>
        <dsp:cNvSpPr/>
      </dsp:nvSpPr>
      <dsp:spPr>
        <a:xfrm>
          <a:off x="1610" y="2246257"/>
          <a:ext cx="425840" cy="42584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ED60DC-850B-44DB-9E56-347EFA0A9B37}">
      <dsp:nvSpPr>
        <dsp:cNvPr id="0" name=""/>
        <dsp:cNvSpPr/>
      </dsp:nvSpPr>
      <dsp:spPr>
        <a:xfrm>
          <a:off x="91036" y="2335684"/>
          <a:ext cx="246987" cy="2469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2C9BBA-B083-4B1C-BF42-393021E1E36D}">
      <dsp:nvSpPr>
        <dsp:cNvPr id="0" name=""/>
        <dsp:cNvSpPr/>
      </dsp:nvSpPr>
      <dsp:spPr>
        <a:xfrm>
          <a:off x="518702" y="2246257"/>
          <a:ext cx="1003767" cy="425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/>
            <a:t>Comprendre relations</a:t>
          </a:r>
          <a:endParaRPr lang="en-US" sz="1100" kern="1200"/>
        </a:p>
      </dsp:txBody>
      <dsp:txXfrm>
        <a:off x="518702" y="2246257"/>
        <a:ext cx="1003767" cy="425840"/>
      </dsp:txXfrm>
    </dsp:sp>
    <dsp:sp modelId="{FF8FB49F-E762-42E9-9A52-17D6B013A795}">
      <dsp:nvSpPr>
        <dsp:cNvPr id="0" name=""/>
        <dsp:cNvSpPr/>
      </dsp:nvSpPr>
      <dsp:spPr>
        <a:xfrm>
          <a:off x="1697368" y="2246257"/>
          <a:ext cx="425840" cy="42584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259D27-B1ED-4E7C-842D-FF4BFCD5805E}">
      <dsp:nvSpPr>
        <dsp:cNvPr id="0" name=""/>
        <dsp:cNvSpPr/>
      </dsp:nvSpPr>
      <dsp:spPr>
        <a:xfrm>
          <a:off x="1786794" y="2335684"/>
          <a:ext cx="246987" cy="24698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C8D44B-A68C-45BC-9E1F-5464CD5FF537}">
      <dsp:nvSpPr>
        <dsp:cNvPr id="0" name=""/>
        <dsp:cNvSpPr/>
      </dsp:nvSpPr>
      <dsp:spPr>
        <a:xfrm>
          <a:off x="2214460" y="2246257"/>
          <a:ext cx="1003767" cy="425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/>
            <a:t>Entités </a:t>
          </a:r>
          <a:endParaRPr lang="en-US" sz="1100" kern="1200"/>
        </a:p>
      </dsp:txBody>
      <dsp:txXfrm>
        <a:off x="2214460" y="2246257"/>
        <a:ext cx="1003767" cy="425840"/>
      </dsp:txXfrm>
    </dsp:sp>
    <dsp:sp modelId="{3F54FCB3-8A87-4278-9B49-D25559A4A9C1}">
      <dsp:nvSpPr>
        <dsp:cNvPr id="0" name=""/>
        <dsp:cNvSpPr/>
      </dsp:nvSpPr>
      <dsp:spPr>
        <a:xfrm>
          <a:off x="1610" y="3398763"/>
          <a:ext cx="425840" cy="42584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F661B8-1617-439E-9B4C-657A039CBB24}">
      <dsp:nvSpPr>
        <dsp:cNvPr id="0" name=""/>
        <dsp:cNvSpPr/>
      </dsp:nvSpPr>
      <dsp:spPr>
        <a:xfrm>
          <a:off x="91036" y="3488190"/>
          <a:ext cx="246987" cy="24698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C5B4BD-1A31-49F2-B426-51D5ECC95267}">
      <dsp:nvSpPr>
        <dsp:cNvPr id="0" name=""/>
        <dsp:cNvSpPr/>
      </dsp:nvSpPr>
      <dsp:spPr>
        <a:xfrm>
          <a:off x="518702" y="3398763"/>
          <a:ext cx="1003767" cy="425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/>
            <a:t>Attributs </a:t>
          </a:r>
          <a:endParaRPr lang="en-US" sz="1100" kern="1200"/>
        </a:p>
      </dsp:txBody>
      <dsp:txXfrm>
        <a:off x="518702" y="3398763"/>
        <a:ext cx="1003767" cy="425840"/>
      </dsp:txXfrm>
    </dsp:sp>
    <dsp:sp modelId="{E20B250B-8B0F-40E2-B602-ED1C9164E228}">
      <dsp:nvSpPr>
        <dsp:cNvPr id="0" name=""/>
        <dsp:cNvSpPr/>
      </dsp:nvSpPr>
      <dsp:spPr>
        <a:xfrm>
          <a:off x="1697368" y="3398763"/>
          <a:ext cx="425840" cy="42584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921C54-63D0-49A8-B0E5-3B75A085E34A}">
      <dsp:nvSpPr>
        <dsp:cNvPr id="0" name=""/>
        <dsp:cNvSpPr/>
      </dsp:nvSpPr>
      <dsp:spPr>
        <a:xfrm>
          <a:off x="1786794" y="3488190"/>
          <a:ext cx="246987" cy="24698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FB5709-35A5-4E52-8DE6-F61365E8D1B4}">
      <dsp:nvSpPr>
        <dsp:cNvPr id="0" name=""/>
        <dsp:cNvSpPr/>
      </dsp:nvSpPr>
      <dsp:spPr>
        <a:xfrm>
          <a:off x="2214460" y="3398763"/>
          <a:ext cx="1003767" cy="425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/>
            <a:t>Association: Relations entre les entités </a:t>
          </a:r>
          <a:endParaRPr lang="en-US" sz="1100" kern="1200"/>
        </a:p>
      </dsp:txBody>
      <dsp:txXfrm>
        <a:off x="2214460" y="3398763"/>
        <a:ext cx="1003767" cy="425840"/>
      </dsp:txXfrm>
    </dsp:sp>
    <dsp:sp modelId="{B600227D-5EDA-4609-8501-5645D3FD45CE}">
      <dsp:nvSpPr>
        <dsp:cNvPr id="0" name=""/>
        <dsp:cNvSpPr/>
      </dsp:nvSpPr>
      <dsp:spPr>
        <a:xfrm>
          <a:off x="1610" y="4551269"/>
          <a:ext cx="425840" cy="42584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3A962B-5645-4F00-B514-3540517EF200}">
      <dsp:nvSpPr>
        <dsp:cNvPr id="0" name=""/>
        <dsp:cNvSpPr/>
      </dsp:nvSpPr>
      <dsp:spPr>
        <a:xfrm>
          <a:off x="91036" y="4640696"/>
          <a:ext cx="246987" cy="246987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277736-B65F-4CA1-B289-39C5B8B2C92C}">
      <dsp:nvSpPr>
        <dsp:cNvPr id="0" name=""/>
        <dsp:cNvSpPr/>
      </dsp:nvSpPr>
      <dsp:spPr>
        <a:xfrm>
          <a:off x="518702" y="4551269"/>
          <a:ext cx="1003767" cy="425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/>
            <a:t>Cardinalités: Min &amp; Max liaisons entre entités</a:t>
          </a:r>
          <a:endParaRPr lang="en-US" sz="1100" kern="1200"/>
        </a:p>
      </dsp:txBody>
      <dsp:txXfrm>
        <a:off x="518702" y="4551269"/>
        <a:ext cx="1003767" cy="4258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5EEDB2-4F2F-45B6-8ABB-681226E1B75A}">
      <dsp:nvSpPr>
        <dsp:cNvPr id="0" name=""/>
        <dsp:cNvSpPr/>
      </dsp:nvSpPr>
      <dsp:spPr>
        <a:xfrm>
          <a:off x="146331" y="73518"/>
          <a:ext cx="654527" cy="65452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76562D-2274-45F4-91E2-C8E99440C28E}">
      <dsp:nvSpPr>
        <dsp:cNvPr id="0" name=""/>
        <dsp:cNvSpPr/>
      </dsp:nvSpPr>
      <dsp:spPr>
        <a:xfrm>
          <a:off x="283782" y="210968"/>
          <a:ext cx="379625" cy="3796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C7464F-27BC-41DA-9709-623E12D28989}">
      <dsp:nvSpPr>
        <dsp:cNvPr id="0" name=""/>
        <dsp:cNvSpPr/>
      </dsp:nvSpPr>
      <dsp:spPr>
        <a:xfrm>
          <a:off x="941114" y="73518"/>
          <a:ext cx="1542813" cy="654527"/>
        </a:xfrm>
        <a:prstGeom prst="rect">
          <a:avLst/>
        </a:prstGeom>
        <a:solidFill>
          <a:schemeClr val="dk1">
            <a:alpha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>
              <a:solidFill>
                <a:schemeClr val="bg1"/>
              </a:solidFill>
            </a:rPr>
            <a:t>« docker </a:t>
          </a:r>
          <a:r>
            <a:rPr lang="fr-FR" sz="1100" kern="1200" dirty="0" err="1">
              <a:solidFill>
                <a:schemeClr val="bg1"/>
              </a:solidFill>
            </a:rPr>
            <a:t>build</a:t>
          </a:r>
          <a:r>
            <a:rPr lang="fr-FR" sz="1100" kern="1200" dirty="0">
              <a:solidFill>
                <a:schemeClr val="bg1"/>
              </a:solidFill>
            </a:rPr>
            <a:t> » : Construire une image à partir d’un </a:t>
          </a:r>
          <a:r>
            <a:rPr lang="fr-FR" sz="1100" kern="1200" dirty="0" err="1">
              <a:solidFill>
                <a:schemeClr val="bg1"/>
              </a:solidFill>
            </a:rPr>
            <a:t>Dockerfile</a:t>
          </a:r>
          <a:r>
            <a:rPr lang="fr-FR" sz="1100" kern="1200" dirty="0">
              <a:solidFill>
                <a:schemeClr val="bg1"/>
              </a:solidFill>
            </a:rPr>
            <a:t>.</a:t>
          </a:r>
          <a:endParaRPr lang="en-US" sz="1100" kern="1200" dirty="0">
            <a:solidFill>
              <a:schemeClr val="bg1"/>
            </a:solidFill>
          </a:endParaRPr>
        </a:p>
      </dsp:txBody>
      <dsp:txXfrm>
        <a:off x="941114" y="73518"/>
        <a:ext cx="1542813" cy="654527"/>
      </dsp:txXfrm>
    </dsp:sp>
    <dsp:sp modelId="{6F798BA1-1609-4068-BF13-0599FB49828A}">
      <dsp:nvSpPr>
        <dsp:cNvPr id="0" name=""/>
        <dsp:cNvSpPr/>
      </dsp:nvSpPr>
      <dsp:spPr>
        <a:xfrm>
          <a:off x="2752752" y="73518"/>
          <a:ext cx="654527" cy="65452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D1D841-917B-40DC-A85D-E50BBF03AF86}">
      <dsp:nvSpPr>
        <dsp:cNvPr id="0" name=""/>
        <dsp:cNvSpPr/>
      </dsp:nvSpPr>
      <dsp:spPr>
        <a:xfrm>
          <a:off x="2890202" y="210968"/>
          <a:ext cx="379625" cy="3796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C28F0E-79DD-4F2E-8B19-7BFE303C50F7}">
      <dsp:nvSpPr>
        <dsp:cNvPr id="0" name=""/>
        <dsp:cNvSpPr/>
      </dsp:nvSpPr>
      <dsp:spPr>
        <a:xfrm>
          <a:off x="3547534" y="73518"/>
          <a:ext cx="1542813" cy="654527"/>
        </a:xfrm>
        <a:prstGeom prst="rect">
          <a:avLst/>
        </a:prstGeom>
        <a:solidFill>
          <a:schemeClr val="dk1">
            <a:alpha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>
              <a:solidFill>
                <a:schemeClr val="bg1"/>
              </a:solidFill>
            </a:rPr>
            <a:t>« docker run » : Démarrer un conteneur à partir d’une image.</a:t>
          </a:r>
          <a:endParaRPr lang="en-US" sz="1100" kern="1200" dirty="0">
            <a:solidFill>
              <a:schemeClr val="bg1"/>
            </a:solidFill>
          </a:endParaRPr>
        </a:p>
      </dsp:txBody>
      <dsp:txXfrm>
        <a:off x="3547534" y="73518"/>
        <a:ext cx="1542813" cy="654527"/>
      </dsp:txXfrm>
    </dsp:sp>
    <dsp:sp modelId="{2E8910E1-B5DF-4D8D-A68B-862DA8B09E1B}">
      <dsp:nvSpPr>
        <dsp:cNvPr id="0" name=""/>
        <dsp:cNvSpPr/>
      </dsp:nvSpPr>
      <dsp:spPr>
        <a:xfrm>
          <a:off x="5359172" y="73518"/>
          <a:ext cx="654527" cy="65452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FCDFC0-F86E-4544-BD84-D419CC8A414D}">
      <dsp:nvSpPr>
        <dsp:cNvPr id="0" name=""/>
        <dsp:cNvSpPr/>
      </dsp:nvSpPr>
      <dsp:spPr>
        <a:xfrm>
          <a:off x="5496623" y="210968"/>
          <a:ext cx="379625" cy="3796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F2280B-2DE3-411F-AE16-2F96C758D7D6}">
      <dsp:nvSpPr>
        <dsp:cNvPr id="0" name=""/>
        <dsp:cNvSpPr/>
      </dsp:nvSpPr>
      <dsp:spPr>
        <a:xfrm>
          <a:off x="6153955" y="73518"/>
          <a:ext cx="1542813" cy="654527"/>
        </a:xfrm>
        <a:prstGeom prst="rect">
          <a:avLst/>
        </a:prstGeom>
        <a:solidFill>
          <a:schemeClr val="dk1">
            <a:alpha val="50000"/>
          </a:schemeClr>
        </a:solidFill>
        <a:ln>
          <a:noFill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>
              <a:solidFill>
                <a:schemeClr val="bg1"/>
              </a:solidFill>
            </a:rPr>
            <a:t>« docker </a:t>
          </a:r>
          <a:r>
            <a:rPr lang="fr-FR" sz="1100" kern="1200" dirty="0" err="1">
              <a:solidFill>
                <a:schemeClr val="bg1"/>
              </a:solidFill>
            </a:rPr>
            <a:t>ps</a:t>
          </a:r>
          <a:r>
            <a:rPr lang="fr-FR" sz="1100" kern="1200" dirty="0">
              <a:solidFill>
                <a:schemeClr val="bg1"/>
              </a:solidFill>
            </a:rPr>
            <a:t> » :Lister les conteneurs en cours d’exécution.</a:t>
          </a:r>
          <a:endParaRPr lang="en-US" sz="1100" kern="1200" dirty="0">
            <a:solidFill>
              <a:schemeClr val="bg1"/>
            </a:solidFill>
          </a:endParaRPr>
        </a:p>
      </dsp:txBody>
      <dsp:txXfrm>
        <a:off x="6153955" y="73518"/>
        <a:ext cx="1542813" cy="654527"/>
      </dsp:txXfrm>
    </dsp:sp>
    <dsp:sp modelId="{26C64ABA-4A68-44AB-B808-3400D6B81E96}">
      <dsp:nvSpPr>
        <dsp:cNvPr id="0" name=""/>
        <dsp:cNvSpPr/>
      </dsp:nvSpPr>
      <dsp:spPr>
        <a:xfrm>
          <a:off x="146331" y="1026280"/>
          <a:ext cx="654527" cy="65452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FEB67D-705E-47AC-A948-6E997050EC65}">
      <dsp:nvSpPr>
        <dsp:cNvPr id="0" name=""/>
        <dsp:cNvSpPr/>
      </dsp:nvSpPr>
      <dsp:spPr>
        <a:xfrm>
          <a:off x="283782" y="1163731"/>
          <a:ext cx="379625" cy="37962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B3F138-C24E-4FBA-BB84-12F3E2A51985}">
      <dsp:nvSpPr>
        <dsp:cNvPr id="0" name=""/>
        <dsp:cNvSpPr/>
      </dsp:nvSpPr>
      <dsp:spPr>
        <a:xfrm>
          <a:off x="941114" y="1026280"/>
          <a:ext cx="1542813" cy="654527"/>
        </a:xfrm>
        <a:prstGeom prst="rect">
          <a:avLst/>
        </a:prstGeom>
        <a:solidFill>
          <a:schemeClr val="dk1">
            <a:alpha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>
              <a:solidFill>
                <a:schemeClr val="bg1"/>
              </a:solidFill>
            </a:rPr>
            <a:t>« docker stop » : Arrêter un conteneur.</a:t>
          </a:r>
          <a:endParaRPr lang="en-US" sz="1100" kern="1200" dirty="0">
            <a:solidFill>
              <a:schemeClr val="bg1"/>
            </a:solidFill>
          </a:endParaRPr>
        </a:p>
      </dsp:txBody>
      <dsp:txXfrm>
        <a:off x="941114" y="1026280"/>
        <a:ext cx="1542813" cy="654527"/>
      </dsp:txXfrm>
    </dsp:sp>
    <dsp:sp modelId="{9F038775-D86E-4EA5-8ED9-EBE90636AA21}">
      <dsp:nvSpPr>
        <dsp:cNvPr id="0" name=""/>
        <dsp:cNvSpPr/>
      </dsp:nvSpPr>
      <dsp:spPr>
        <a:xfrm>
          <a:off x="2752752" y="1026280"/>
          <a:ext cx="654527" cy="65452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2F4592-F090-43C8-94A2-8F4B82ACA77E}">
      <dsp:nvSpPr>
        <dsp:cNvPr id="0" name=""/>
        <dsp:cNvSpPr/>
      </dsp:nvSpPr>
      <dsp:spPr>
        <a:xfrm>
          <a:off x="2890202" y="1163731"/>
          <a:ext cx="379625" cy="37962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D47D2D-8E33-4598-BB1F-67E4B7DCDB52}">
      <dsp:nvSpPr>
        <dsp:cNvPr id="0" name=""/>
        <dsp:cNvSpPr/>
      </dsp:nvSpPr>
      <dsp:spPr>
        <a:xfrm>
          <a:off x="3547534" y="1026280"/>
          <a:ext cx="1542813" cy="654527"/>
        </a:xfrm>
        <a:prstGeom prst="rect">
          <a:avLst/>
        </a:prstGeom>
        <a:solidFill>
          <a:schemeClr val="dk1">
            <a:alpha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>
              <a:solidFill>
                <a:schemeClr val="bg1"/>
              </a:solidFill>
            </a:rPr>
            <a:t>« docker </a:t>
          </a:r>
          <a:r>
            <a:rPr lang="fr-FR" sz="1100" kern="1200" dirty="0" err="1">
              <a:solidFill>
                <a:schemeClr val="bg1"/>
              </a:solidFill>
            </a:rPr>
            <a:t>exec</a:t>
          </a:r>
          <a:r>
            <a:rPr lang="fr-FR" sz="1100" kern="1200" dirty="0">
              <a:solidFill>
                <a:schemeClr val="bg1"/>
              </a:solidFill>
            </a:rPr>
            <a:t> » : Exécuter une commande dans un conteneur en cours d’exécution.</a:t>
          </a:r>
          <a:endParaRPr lang="en-US" sz="1100" kern="1200" dirty="0">
            <a:solidFill>
              <a:schemeClr val="bg1"/>
            </a:solidFill>
          </a:endParaRPr>
        </a:p>
      </dsp:txBody>
      <dsp:txXfrm>
        <a:off x="3547534" y="1026280"/>
        <a:ext cx="1542813" cy="6545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déplacer la diapo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modifier le format des notes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&lt;en-tête&gt;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222946F-10D5-43DB-A710-4963CBB741C9}" type="slidenum"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3720" cy="308520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Bienvenue à ma présentation sur le projet Arcadia, réalisé dans le cadre de ma formation au titre professionnel DWWM.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98C1B39-9423-41D4-BFB9-3ED6504B6C70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3720" cy="308520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Ce projet vise à démontrer mes compétences en développement web à travers la création d’un site pour un zoo fictif. Je vais vous guider à travers toutes les étapes, des choix techniques à la réalisation.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7C3E641-5821-433B-AC83-D541157B4973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3720" cy="308520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Cette présentation est l’aboutissement d’un apprentissage intensif où j’ai pu développer des compétences en front-end, back-end, gestion de projet et sécurité.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4D569F6-6AF3-4CD8-9B0B-82BD2F6D67ED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3720" cy="308520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 projet Arcadia est un site web dédié à un zoo fictif situé près de la forêt de Brocéliande. Ce site répond aux besoins de plusieurs acteurs :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Les visiteurs pour consulter les informations sur les animaux et les services.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Les employés pour gérer les opérations quotidiennes.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 directeur pour centraliser les données et simplifier la gestion.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4D89CEE-223E-4535-B077-16F6C8842DF5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3720" cy="308520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 projet devait répondre à plusieurs exigences :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Une gestion des comptes utilisateurs avec des rôles spécifiques.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Un affichage détaillé des habitats, des animaux et de leurs bilans vétérinaires.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Une interface intuitive pour les visiteurs et un espace réservé pour les employés.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 tout, conforme aux règles du RGPD et sécurisé contre les attaques XSS.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F0C5D6E-FC74-44F4-B12B-FF81B9EFDDDF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3720" cy="308520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J’ai utilisé Symfony comme framework principal pour le back-end, accompagné de Bootstrap pour le front-end. La base de données est gérée avec MySQL, et l’ensemble est déployé sur un serveur configuré avec Nginx. GitHub a été essentiel pour le contrôle des versions et l’intégration continue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4278573-1CF3-4D99-BF0D-A2D4930DE3C9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3720" cy="308520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J’ai structuré le développement avec Trello pour organiser les tâches en différentes étapes : conception, développement, tests et intégration.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EB0F25F-BB81-40BC-B4EB-6F6F6970EC98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3720" cy="308520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Chaque fonctionnalité a été développée dans une branche dédiée avant d’être fusionnée dans la branche principale.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04F46E6-4A67-4764-97F1-A426A49C1CD9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3720" cy="308520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BC574B1-012A-4B27-BE59-F1E0ADD31EDF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3720" cy="308520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Pour assurer une navigation intuitive, j’ai commencé par définir une charte graphique basée sur des tons naturels et apaisants.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BFDC71D-7930-4DE3-B3C2-E0E0A9774DA5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3720" cy="308520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Ensuite, j’ai conçu des wireframes pour structurer les pages,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3781A32-CEF0-4699-AF86-3F09C0CA003B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3720" cy="308520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suivis de maquettes pour valider le design avec les parties prenantes.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3671C6D-E6EF-46AD-BCE7-DCACBC0F7BCE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3720" cy="308520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449008D-3053-441C-AFF7-E0A160C1042A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3720" cy="308520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J’ai élaboré un modèle conceptuel de données (MCD) pour représenter les relations entre les différentes entités : animaux, habitats, avis, et utilisateurs. Cela a permis de structurer efficacement la base de données avant d’entamer le développement.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C4A0BD4-6406-403C-AB71-AA924D4C68DB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3720" cy="308520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Enfin, des tests unitaires et fonctionnels sont réalisés avant le déploiement.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0B0CD0E-97EF-4AD1-A762-2CF716A0037C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3720" cy="308520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"Le site utilise les mécanismes de sécurité de Symfony :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Authentification et gestion des rôles pour sécuriser les accès.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Protection CSRF pour les formulaires.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Nettoyage des données avec HTMLPurifier pour éviter les attaques XSS.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Hashing des mots de passe pour protéger les comptes utilisateurs."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858492C-9004-49DF-80D9-6C82453A6060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3720" cy="308520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 projet respecte le RGPD en garantissant :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 transparence des informations collectées.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 consentement explicite des utilisateurs pour leurs données personnelles.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 outils pour rectifier ou supprimer leurs données sur demande.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D0EC277-B515-4FD4-9FE7-40DCAFADD267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3720" cy="308520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2DFA62B-99F5-4D11-AEDC-45D9BC398B7D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40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40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08A2108-41F3-4798-B417-3E63F86FD6C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200" cy="63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200" cy="395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0640" cy="63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0640" cy="395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7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8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CEB748B-E42A-41D3-B570-F243ED7A1F9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B9C7BFC-B29B-41D4-930F-CE0E0553B6B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9D5703E-4875-4A71-927E-7793F856F38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080" cy="116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560" cy="585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080" cy="469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6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08E22D1-5803-4AD6-9036-78630585354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320" cy="56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320" cy="80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4655EE0-AE92-479F-AEC6-39CE18CC410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DD40950-10A2-4860-9780-727DE6A6AEA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5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18223E7-341D-4918-B404-36E218B574F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320" cy="585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840" cy="585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9D19028-9767-45F3-AAEF-7EEC1382A04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C610DF7-7357-42E8-879D-F04BC5D7A2F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320" cy="136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fr-F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3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D4B9AC2-8323-42BD-BCD2-CB655841C6F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7" Type="http://schemas.openxmlformats.org/officeDocument/2006/relationships/slideLayout" Target="../slideLayouts/slideLayout10.xml"/><Relationship Id="rId8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sv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slideLayout" Target="../slideLayouts/slideLayout10.xml"/><Relationship Id="rId11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slideLayout" Target="../slideLayouts/slideLayout10.xml"/><Relationship Id="rId6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Relationship Id="rId7" Type="http://schemas.openxmlformats.org/officeDocument/2006/relationships/slideLayout" Target="../slideLayouts/slideLayout10.xml"/><Relationship Id="rId8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slideLayout" Target="../slideLayouts/slideLayout10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slideLayout" Target="../slideLayouts/slideLayout10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slideLayout" Target="../slideLayouts/slideLayout10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0.png"/><Relationship Id="rId3" Type="http://schemas.openxmlformats.org/officeDocument/2006/relationships/slideLayout" Target="../slideLayouts/slideLayout10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1.png"/><Relationship Id="rId3" Type="http://schemas.openxmlformats.org/officeDocument/2006/relationships/slideLayout" Target="../slideLayouts/slideLayout10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10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slideLayout" Target="../slideLayouts/slideLayout10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diagramData" Target="../diagrams/data3.xml"/><Relationship Id="rId3" Type="http://schemas.openxmlformats.org/officeDocument/2006/relationships/diagramLayout" Target="../diagrams/layout3.xml"/><Relationship Id="rId4" Type="http://schemas.openxmlformats.org/officeDocument/2006/relationships/diagramQuickStyle" Target="../diagrams/quickStyle3.xml"/><Relationship Id="rId5" Type="http://schemas.openxmlformats.org/officeDocument/2006/relationships/diagramColors" Target="../diagrams/colors3.xml"/><Relationship Id="rId6" Type="http://schemas.microsoft.com/office/2007/relationships/diagramDrawing" Target="../diagrams/drawing3.xml"/><Relationship Id="rId7" Type="http://schemas.openxmlformats.org/officeDocument/2006/relationships/slideLayout" Target="../slideLayouts/slideLayout10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jpeg"/><Relationship Id="rId5" Type="http://schemas.openxmlformats.org/officeDocument/2006/relationships/image" Target="../media/image40.png"/><Relationship Id="rId6" Type="http://schemas.openxmlformats.org/officeDocument/2006/relationships/image" Target="../media/image7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image" Target="../media/image43.png"/><Relationship Id="rId10" Type="http://schemas.openxmlformats.org/officeDocument/2006/relationships/slideLayout" Target="../slideLayouts/slideLayout1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3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3" descr="Arcadia.png"/>
          <p:cNvPicPr/>
          <p:nvPr/>
        </p:nvPicPr>
        <p:blipFill>
          <a:blip r:embed="rId1">
            <a:alphaModFix amt="40000"/>
          </a:blip>
          <a:srcRect l="0" t="11935" r="0" b="19976"/>
          <a:stretch/>
        </p:blipFill>
        <p:spPr>
          <a:xfrm>
            <a:off x="0" y="0"/>
            <a:ext cx="914292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723960" y="965160"/>
            <a:ext cx="7695000" cy="356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00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Projet EcoRide</a:t>
            </a:r>
            <a:endParaRPr b="0" lang="fr-FR" sz="10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ubTitle"/>
          </p:nvPr>
        </p:nvSpPr>
        <p:spPr>
          <a:xfrm>
            <a:off x="723960" y="4572000"/>
            <a:ext cx="7695000" cy="120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fr-FR" sz="28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Présentation pour TP </a:t>
            </a:r>
            <a:endParaRPr b="0" lang="fr-F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fr-FR" sz="28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Alliot Sébastien</a:t>
            </a:r>
            <a:endParaRPr b="0" lang="fr-F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withEffect" fill="hold" presetClass="entr" presetID="10">
                                  <p:stCondLst>
                                    <p:cond delay="10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nodeType="withEffect" fill="hold" presetClass="entr" presetID="10">
                                  <p:stCondLst>
                                    <p:cond delay="20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" dur="4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0">
                                  <p:stCondLst>
                                    <p:cond delay="20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" dur="400"/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!!Rectang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8640"/>
            <a:ext cx="9142920" cy="68655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pic>
        <p:nvPicPr>
          <p:cNvPr id="68" name="Picture 3" descr="jungle.jpg"/>
          <p:cNvPicPr/>
          <p:nvPr/>
        </p:nvPicPr>
        <p:blipFill>
          <a:blip r:embed="rId1">
            <a:alphaModFix amt="55000"/>
          </a:blip>
          <a:srcRect l="1186" t="0" r="2571" b="0"/>
          <a:stretch/>
        </p:blipFill>
        <p:spPr>
          <a:xfrm>
            <a:off x="0" y="-9000"/>
            <a:ext cx="914292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15160" y="591480"/>
            <a:ext cx="2399400" cy="558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31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Déroulé de la présentation</a:t>
            </a:r>
            <a:endParaRPr b="0" lang="fr-FR" sz="3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3335400" y="591480"/>
            <a:ext cx="5178960" cy="558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1. Présentation du projet 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2. Cahier des charges 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3. Stack technique 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4. Gestion de projet 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5. GitHub 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6. Charte Graphique, wireframes &amp; maquettes 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7. Conception de la base de données 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8. Création des entités 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9. Dynamisation de l’interface 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10. Cycle de vie d’une fonctionnalité 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11. Mécanismes de sécurité 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12. Conteneurisation pour un environnement de développement 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13. Protection des Données 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14. Accessibilité 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3" descr="jungle.jpg"/>
          <p:cNvPicPr/>
          <p:nvPr/>
        </p:nvPicPr>
        <p:blipFill>
          <a:blip r:embed="rId1"/>
          <a:stretch/>
        </p:blipFill>
        <p:spPr>
          <a:xfrm>
            <a:off x="0" y="0"/>
            <a:ext cx="914292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solidFill>
            <a:srgbClr val="000000">
              <a:alpha val="50000"/>
            </a:srgbClr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trike="noStrike" u="none">
                <a:solidFill>
                  <a:schemeClr val="accent3">
                    <a:lumMod val="75000"/>
                  </a:schemeClr>
                </a:solidFill>
                <a:effectLst/>
                <a:uFillTx/>
                <a:latin typeface="Calibri"/>
              </a:rPr>
              <a:t>Présentation du projet </a:t>
            </a:r>
            <a:endParaRPr b="0" lang="fr-F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" name="Diagram1"/>
          <p:cNvGraphicFramePr/>
          <p:nvPr>
            <p:extLst>
              <p:ext uri="{D42A27DB-BD31-4B8C-83A1-F6EECF244321}">
                <p14:modId xmlns:p14="http://schemas.microsoft.com/office/powerpoint/2010/main" val="376535801"/>
              </p:ext>
            </p:extLst>
          </p:nvPr>
        </p:nvGraphicFramePr>
        <p:xfrm>
          <a:off x="457200" y="1600200"/>
          <a:ext cx="8228520" cy="18277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920" cy="6856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4" name="Picture 3" descr="jungle.jpg"/>
          <p:cNvPicPr/>
          <p:nvPr/>
        </p:nvPicPr>
        <p:blipFill>
          <a:blip r:embed="rId1">
            <a:alphaModFix amt="35000"/>
          </a:blip>
          <a:srcRect l="1186" t="0" r="2571" b="0"/>
          <a:stretch/>
        </p:blipFill>
        <p:spPr>
          <a:xfrm>
            <a:off x="0" y="0"/>
            <a:ext cx="914292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28560" y="1065960"/>
            <a:ext cx="4538520" cy="4725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7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EcoRide   </a:t>
            </a:r>
            <a:endParaRPr b="0" lang="fr-FR" sz="7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6" name="Straight Connector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409360" y="2286000"/>
            <a:ext cx="1080" cy="2287080"/>
          </a:xfrm>
          <a:prstGeom prst="straightConnector1">
            <a:avLst/>
          </a:prstGeom>
          <a:ln w="15875">
            <a:solidFill>
              <a:srgbClr val="ffffff"/>
            </a:solidFill>
            <a:round/>
          </a:ln>
        </p:spPr>
      </p:cxn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5650920" y="1065960"/>
            <a:ext cx="2894040" cy="4725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spcBef>
                <a:spcPts val="340"/>
              </a:spcBef>
              <a:buNone/>
              <a:tabLst>
                <a:tab algn="l" pos="0"/>
              </a:tabLst>
            </a:pPr>
            <a:r>
              <a:rPr b="0" lang="fr-FR" sz="17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• Acteurs</a:t>
            </a:r>
            <a:endParaRPr b="0" lang="fr-FR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40"/>
              </a:spcBef>
              <a:buNone/>
              <a:tabLst>
                <a:tab algn="l" pos="0"/>
              </a:tabLst>
            </a:pPr>
            <a:r>
              <a:rPr b="0" lang="fr-FR" sz="17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 - José, Administrateur</a:t>
            </a:r>
            <a:endParaRPr b="0" lang="fr-FR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40"/>
              </a:spcBef>
              <a:buNone/>
              <a:tabLst>
                <a:tab algn="l" pos="0"/>
              </a:tabLst>
            </a:pPr>
            <a:r>
              <a:rPr b="0" lang="fr-FR" sz="17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 - Modérateurs</a:t>
            </a:r>
            <a:endParaRPr b="0" lang="fr-FR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40"/>
              </a:spcBef>
              <a:buNone/>
              <a:tabLst>
                <a:tab algn="l" pos="0"/>
              </a:tabLst>
            </a:pPr>
            <a:r>
              <a:rPr b="0" lang="fr-FR" sz="17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 - Visiteur</a:t>
            </a:r>
            <a:endParaRPr b="0" lang="fr-FR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40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17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Objectifs</a:t>
            </a:r>
            <a:endParaRPr b="0" lang="fr-FR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40"/>
              </a:spcBef>
              <a:buNone/>
              <a:tabLst>
                <a:tab algn="l" pos="0"/>
              </a:tabLst>
            </a:pPr>
            <a:r>
              <a:rPr b="0" lang="fr-FR" sz="17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 - Covoiturage</a:t>
            </a:r>
            <a:endParaRPr b="0" lang="fr-FR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40"/>
              </a:spcBef>
              <a:buNone/>
              <a:tabLst>
                <a:tab algn="l" pos="0"/>
              </a:tabLst>
            </a:pPr>
            <a:r>
              <a:rPr b="0" lang="fr-FR" sz="17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 - Modération</a:t>
            </a:r>
            <a:endParaRPr b="0" lang="fr-FR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40"/>
              </a:spcBef>
              <a:buNone/>
              <a:tabLst>
                <a:tab algn="l" pos="0"/>
              </a:tabLst>
            </a:pPr>
            <a:endParaRPr b="0" lang="fr-FR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0760" cy="6856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9" name="Picture 3" descr="jungle.jpg"/>
          <p:cNvPicPr/>
          <p:nvPr/>
        </p:nvPicPr>
        <p:blipFill>
          <a:blip r:embed="rId1">
            <a:alphaModFix amt="40000"/>
          </a:blip>
          <a:srcRect l="1186" t="0" r="2571" b="0"/>
          <a:stretch/>
        </p:blipFill>
        <p:spPr>
          <a:xfrm>
            <a:off x="0" y="0"/>
            <a:ext cx="914292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80240" y="853560"/>
            <a:ext cx="3016440" cy="500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7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Cahier des charges </a:t>
            </a:r>
            <a:endParaRPr b="0" lang="fr-FR" sz="4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4199400" y="853560"/>
            <a:ext cx="4285080" cy="500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380"/>
              </a:spcBef>
              <a:buClr>
                <a:srgbClr val="ffffff"/>
              </a:buClr>
              <a:buFont typeface="Arial"/>
              <a:buChar char="•"/>
            </a:pPr>
            <a:r>
              <a:rPr b="0" lang="fr-FR" sz="19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Gestion des comptes </a:t>
            </a:r>
            <a:endParaRPr b="0" lang="fr-F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80"/>
              </a:spcBef>
              <a:buClr>
                <a:srgbClr val="ffffff"/>
              </a:buClr>
              <a:buFont typeface="Arial"/>
              <a:buChar char="•"/>
            </a:pPr>
            <a:r>
              <a:rPr b="0" lang="fr-FR" sz="19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Gestion accès privilégiés </a:t>
            </a:r>
            <a:endParaRPr b="0" lang="fr-F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80"/>
              </a:spcBef>
              <a:buClr>
                <a:srgbClr val="ffffff"/>
              </a:buClr>
              <a:buFont typeface="Arial"/>
              <a:buChar char="•"/>
            </a:pPr>
            <a:r>
              <a:rPr b="0" lang="fr-FR" sz="19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Application métier: Opérations quotidiennes depuis espace réservés aux admins/modérateurs </a:t>
            </a:r>
            <a:endParaRPr b="0" lang="fr-F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80"/>
              </a:spcBef>
              <a:buClr>
                <a:srgbClr val="ffffff"/>
              </a:buClr>
              <a:buFont typeface="Arial"/>
              <a:buChar char="•"/>
            </a:pPr>
            <a:r>
              <a:rPr b="0" lang="fr-FR" sz="19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Avis clients et demandes de contact </a:t>
            </a:r>
            <a:endParaRPr b="0" lang="fr-F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80"/>
              </a:spcBef>
              <a:buClr>
                <a:srgbClr val="ffffff"/>
              </a:buClr>
              <a:buFont typeface="Arial"/>
              <a:buChar char="•"/>
            </a:pPr>
            <a:r>
              <a:rPr b="0" lang="fr-FR" sz="19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Recherche de covoiture, proposition de covoiture, gestion covoiturage gestion des crédits qui leurs son lié.</a:t>
            </a:r>
            <a:endParaRPr b="0" lang="fr-F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ketch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89160" y="493920"/>
            <a:ext cx="4671000" cy="5721120"/>
          </a:xfrm>
          <a:custGeom>
            <a:avLst/>
            <a:gdLst>
              <a:gd name="textAreaLeft" fmla="*/ 0 w 4671000"/>
              <a:gd name="textAreaRight" fmla="*/ 4672080 w 4671000"/>
              <a:gd name="textAreaTop" fmla="*/ 0 h 5721120"/>
              <a:gd name="textAreaBottom" fmla="*/ 5722200 h 5721120"/>
              <a:gd name="GluePoint1X" fmla="*/ 0 w 4672203"/>
              <a:gd name="GluePoint1Y" fmla="*/ 0 h 5722227"/>
              <a:gd name="GluePoint2X" fmla="*/ 620736 w 4672203"/>
              <a:gd name="GluePoint2Y" fmla="*/ 0 h 5722227"/>
              <a:gd name="GluePoint3X" fmla="*/ 1148027 w 4672203"/>
              <a:gd name="GluePoint3Y" fmla="*/ 0 h 5722227"/>
              <a:gd name="GluePoint4X" fmla="*/ 1908929 w 4672203"/>
              <a:gd name="GluePoint4Y" fmla="*/ 0 h 5722227"/>
              <a:gd name="GluePoint5X" fmla="*/ 2529664 w 4672203"/>
              <a:gd name="GluePoint5Y" fmla="*/ 0 h 5722227"/>
              <a:gd name="GluePoint6X" fmla="*/ 3150400 w 4672203"/>
              <a:gd name="GluePoint6Y" fmla="*/ 0 h 5722227"/>
              <a:gd name="GluePoint7X" fmla="*/ 3911301 w 4672203"/>
              <a:gd name="GluePoint7Y" fmla="*/ 0 h 5722227"/>
              <a:gd name="GluePoint8X" fmla="*/ 4672203 w 4672203"/>
              <a:gd name="GluePoint8Y" fmla="*/ 0 h 5722227"/>
              <a:gd name="GluePoint9X" fmla="*/ 4672203 w 4672203"/>
              <a:gd name="GluePoint9Y" fmla="*/ 750248 h 5722227"/>
              <a:gd name="GluePoint10X" fmla="*/ 4672203 w 4672203"/>
              <a:gd name="GluePoint10Y" fmla="*/ 1271606 h 5722227"/>
              <a:gd name="GluePoint11X" fmla="*/ 4672203 w 4672203"/>
              <a:gd name="GluePoint11Y" fmla="*/ 1792964 h 5722227"/>
              <a:gd name="GluePoint12X" fmla="*/ 4672203 w 4672203"/>
              <a:gd name="GluePoint12Y" fmla="*/ 2428767 h 5722227"/>
              <a:gd name="GluePoint13X" fmla="*/ 4672203 w 4672203"/>
              <a:gd name="GluePoint13Y" fmla="*/ 3121793 h 5722227"/>
              <a:gd name="GluePoint14X" fmla="*/ 4672203 w 4672203"/>
              <a:gd name="GluePoint14Y" fmla="*/ 3585929 h 5722227"/>
              <a:gd name="GluePoint15X" fmla="*/ 4672203 w 4672203"/>
              <a:gd name="GluePoint15Y" fmla="*/ 4221732 h 5722227"/>
              <a:gd name="GluePoint16X" fmla="*/ 4672203 w 4672203"/>
              <a:gd name="GluePoint16Y" fmla="*/ 4857535 h 5722227"/>
              <a:gd name="GluePoint17X" fmla="*/ 4672203 w 4672203"/>
              <a:gd name="GluePoint17Y" fmla="*/ 5722227 h 5722227"/>
              <a:gd name="GluePoint18X" fmla="*/ 3958023 w 4672203"/>
              <a:gd name="GluePoint18Y" fmla="*/ 5722227 h 5722227"/>
              <a:gd name="GluePoint19X" fmla="*/ 3290566 w 4672203"/>
              <a:gd name="GluePoint19Y" fmla="*/ 5722227 h 5722227"/>
              <a:gd name="GluePoint20X" fmla="*/ 2763274 w 4672203"/>
              <a:gd name="GluePoint20Y" fmla="*/ 5722227 h 5722227"/>
              <a:gd name="GluePoint21X" fmla="*/ 2189261 w 4672203"/>
              <a:gd name="GluePoint21Y" fmla="*/ 5722227 h 5722227"/>
              <a:gd name="GluePoint22X" fmla="*/ 1428359 w 4672203"/>
              <a:gd name="GluePoint22Y" fmla="*/ 5722227 h 5722227"/>
              <a:gd name="GluePoint23X" fmla="*/ 760902 w 4672203"/>
              <a:gd name="GluePoint23Y" fmla="*/ 5722227 h 5722227"/>
              <a:gd name="GluePoint24X" fmla="*/ 0 w 4672203"/>
              <a:gd name="GluePoint24Y" fmla="*/ 5722227 h 5722227"/>
              <a:gd name="GluePoint25X" fmla="*/ 0 w 4672203"/>
              <a:gd name="GluePoint25Y" fmla="*/ 5086424 h 5722227"/>
              <a:gd name="GluePoint26X" fmla="*/ 0 w 4672203"/>
              <a:gd name="GluePoint26Y" fmla="*/ 4622288 h 5722227"/>
              <a:gd name="GluePoint27X" fmla="*/ 0 w 4672203"/>
              <a:gd name="GluePoint27Y" fmla="*/ 4158152 h 5722227"/>
              <a:gd name="GluePoint28X" fmla="*/ 0 w 4672203"/>
              <a:gd name="GluePoint28Y" fmla="*/ 3465126 h 5722227"/>
              <a:gd name="GluePoint29X" fmla="*/ 0 w 4672203"/>
              <a:gd name="GluePoint29Y" fmla="*/ 2943768 h 5722227"/>
              <a:gd name="GluePoint30X" fmla="*/ 0 w 4672203"/>
              <a:gd name="GluePoint30Y" fmla="*/ 2193520 h 5722227"/>
              <a:gd name="GluePoint31X" fmla="*/ 0 w 4672203"/>
              <a:gd name="GluePoint31Y" fmla="*/ 1614940 h 5722227"/>
              <a:gd name="GluePoint32X" fmla="*/ 0 w 4672203"/>
              <a:gd name="GluePoint32Y" fmla="*/ 1150803 h 5722227"/>
              <a:gd name="GluePoint33X" fmla="*/ 0 w 4672203"/>
              <a:gd name="GluePoint33Y" fmla="*/ 0 h 572222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</a:cxnLst>
            <a:rect l="textAreaLeft" t="textAreaTop" r="textAreaRight" b="textAreaBottom"/>
            <a:pathLst>
              <a:path w="4672203" h="5722227">
                <a:moveTo>
                  <a:pt x="0" y="0"/>
                </a:moveTo>
                <a:cubicBezTo>
                  <a:pt x="186732" y="-3296"/>
                  <a:pt x="388938" y="-25607"/>
                  <a:pt x="620736" y="0"/>
                </a:cubicBezTo>
                <a:cubicBezTo>
                  <a:pt x="852534" y="25607"/>
                  <a:pt x="965862" y="-20204"/>
                  <a:pt x="1148027" y="0"/>
                </a:cubicBezTo>
                <a:cubicBezTo>
                  <a:pt x="1330192" y="20204"/>
                  <a:pt x="1682800" y="5923"/>
                  <a:pt x="1908929" y="0"/>
                </a:cubicBezTo>
                <a:cubicBezTo>
                  <a:pt x="2135058" y="-5923"/>
                  <a:pt x="2320754" y="-17866"/>
                  <a:pt x="2529664" y="0"/>
                </a:cubicBezTo>
                <a:cubicBezTo>
                  <a:pt x="2738574" y="17866"/>
                  <a:pt x="2977201" y="15678"/>
                  <a:pt x="3150400" y="0"/>
                </a:cubicBezTo>
                <a:cubicBezTo>
                  <a:pt x="3323599" y="-15678"/>
                  <a:pt x="3752275" y="26639"/>
                  <a:pt x="3911301" y="0"/>
                </a:cubicBezTo>
                <a:cubicBezTo>
                  <a:pt x="4070327" y="-26639"/>
                  <a:pt x="4307234" y="-33315"/>
                  <a:pt x="4672203" y="0"/>
                </a:cubicBezTo>
                <a:cubicBezTo>
                  <a:pt x="4643785" y="151106"/>
                  <a:pt x="4649014" y="542847"/>
                  <a:pt x="4672203" y="750248"/>
                </a:cubicBezTo>
                <a:cubicBezTo>
                  <a:pt x="4695392" y="957649"/>
                  <a:pt x="4667099" y="1013278"/>
                  <a:pt x="4672203" y="1271606"/>
                </a:cubicBezTo>
                <a:cubicBezTo>
                  <a:pt x="4677307" y="1529934"/>
                  <a:pt x="4696383" y="1678874"/>
                  <a:pt x="4672203" y="1792964"/>
                </a:cubicBezTo>
                <a:cubicBezTo>
                  <a:pt x="4648023" y="1907054"/>
                  <a:pt x="4672783" y="2249609"/>
                  <a:pt x="4672203" y="2428767"/>
                </a:cubicBezTo>
                <a:cubicBezTo>
                  <a:pt x="4671623" y="2607925"/>
                  <a:pt x="4665079" y="2952359"/>
                  <a:pt x="4672203" y="3121793"/>
                </a:cubicBezTo>
                <a:cubicBezTo>
                  <a:pt x="4679327" y="3291227"/>
                  <a:pt x="4662966" y="3392984"/>
                  <a:pt x="4672203" y="3585929"/>
                </a:cubicBezTo>
                <a:cubicBezTo>
                  <a:pt x="4681440" y="3778874"/>
                  <a:pt x="4663528" y="4083079"/>
                  <a:pt x="4672203" y="4221732"/>
                </a:cubicBezTo>
                <a:cubicBezTo>
                  <a:pt x="4680878" y="4360385"/>
                  <a:pt x="4699354" y="4659120"/>
                  <a:pt x="4672203" y="4857535"/>
                </a:cubicBezTo>
                <a:cubicBezTo>
                  <a:pt x="4645052" y="5055950"/>
                  <a:pt x="4688563" y="5364799"/>
                  <a:pt x="4672203" y="5722227"/>
                </a:cubicBezTo>
                <a:cubicBezTo>
                  <a:pt x="4416209" y="5713249"/>
                  <a:pt x="4307868" y="5739562"/>
                  <a:pt x="3958023" y="5722227"/>
                </a:cubicBezTo>
                <a:cubicBezTo>
                  <a:pt x="3608178" y="5704892"/>
                  <a:pt x="3576363" y="5732699"/>
                  <a:pt x="3290566" y="5722227"/>
                </a:cubicBezTo>
                <a:cubicBezTo>
                  <a:pt x="3004769" y="5711755"/>
                  <a:pt x="2964899" y="5726994"/>
                  <a:pt x="2763274" y="5722227"/>
                </a:cubicBezTo>
                <a:cubicBezTo>
                  <a:pt x="2561649" y="5717460"/>
                  <a:pt x="2380243" y="5710789"/>
                  <a:pt x="2189261" y="5722227"/>
                </a:cubicBezTo>
                <a:cubicBezTo>
                  <a:pt x="1998279" y="5733665"/>
                  <a:pt x="1781759" y="5759437"/>
                  <a:pt x="1428359" y="5722227"/>
                </a:cubicBezTo>
                <a:cubicBezTo>
                  <a:pt x="1074959" y="5685017"/>
                  <a:pt x="995764" y="5734876"/>
                  <a:pt x="760902" y="5722227"/>
                </a:cubicBezTo>
                <a:cubicBezTo>
                  <a:pt x="526040" y="5709578"/>
                  <a:pt x="366976" y="5698082"/>
                  <a:pt x="0" y="5722227"/>
                </a:cubicBezTo>
                <a:cubicBezTo>
                  <a:pt x="13253" y="5532714"/>
                  <a:pt x="-27010" y="5388579"/>
                  <a:pt x="0" y="5086424"/>
                </a:cubicBezTo>
                <a:cubicBezTo>
                  <a:pt x="27010" y="4784269"/>
                  <a:pt x="1316" y="4790856"/>
                  <a:pt x="0" y="4622288"/>
                </a:cubicBezTo>
                <a:cubicBezTo>
                  <a:pt x="-1316" y="4453720"/>
                  <a:pt x="-17889" y="4329685"/>
                  <a:pt x="0" y="4158152"/>
                </a:cubicBezTo>
                <a:cubicBezTo>
                  <a:pt x="17889" y="3986619"/>
                  <a:pt x="29957" y="3697891"/>
                  <a:pt x="0" y="3465126"/>
                </a:cubicBezTo>
                <a:cubicBezTo>
                  <a:pt x="-29957" y="3232361"/>
                  <a:pt x="-11215" y="3087732"/>
                  <a:pt x="0" y="2943768"/>
                </a:cubicBezTo>
                <a:cubicBezTo>
                  <a:pt x="11215" y="2799804"/>
                  <a:pt x="20310" y="2436665"/>
                  <a:pt x="0" y="2193520"/>
                </a:cubicBezTo>
                <a:cubicBezTo>
                  <a:pt x="-20310" y="1950375"/>
                  <a:pt x="1394" y="1814798"/>
                  <a:pt x="0" y="1614940"/>
                </a:cubicBezTo>
                <a:cubicBezTo>
                  <a:pt x="-1394" y="1415082"/>
                  <a:pt x="17016" y="1343257"/>
                  <a:pt x="0" y="1150803"/>
                </a:cubicBezTo>
                <a:cubicBezTo>
                  <a:pt x="-17016" y="958349"/>
                  <a:pt x="1173" y="374711"/>
                  <a:pt x="0" y="0"/>
                </a:cubicBezTo>
                <a:close/>
              </a:path>
            </a:pathLst>
          </a:custGeom>
          <a:noFill/>
          <a:ln w="47625">
            <a:solidFill>
              <a:schemeClr val="lt1">
                <a:alpha val="7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Picture 3" descr="jungle.jpg"/>
          <p:cNvPicPr/>
          <p:nvPr/>
        </p:nvPicPr>
        <p:blipFill>
          <a:blip r:embed="rId1"/>
          <a:stretch/>
        </p:blipFill>
        <p:spPr>
          <a:xfrm>
            <a:off x="0" y="0"/>
            <a:ext cx="914292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solidFill>
            <a:srgbClr val="000000">
              <a:alpha val="50000"/>
            </a:srgbClr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trike="noStrike" u="none">
                <a:solidFill>
                  <a:schemeClr val="accent3">
                    <a:lumMod val="75000"/>
                  </a:schemeClr>
                </a:solidFill>
                <a:effectLst/>
                <a:uFillTx/>
                <a:latin typeface="Calibri"/>
              </a:rPr>
              <a:t>Stack Technique</a:t>
            </a:r>
            <a:endParaRPr b="0" lang="fr-F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solidFill>
            <a:srgbClr val="000000">
              <a:alpha val="50000"/>
            </a:srgbClr>
          </a:solidFill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d7e4bd"/>
              </a:buClr>
              <a:buFont typeface="Arial"/>
              <a:buChar char="•"/>
            </a:pPr>
            <a:r>
              <a:rPr b="0" lang="fr-FR" sz="3200" strike="noStrike" u="none"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Front :</a:t>
            </a:r>
            <a:endParaRPr b="0" lang="fr-F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fr-F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d7e4bd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3200" strike="noStrike" u="none"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Moteur de templates:  DTL interne à django</a:t>
            </a:r>
            <a:endParaRPr b="0" lang="fr-F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fr-F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d7e4bd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3200" strike="noStrike" u="none"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Back : </a:t>
            </a:r>
            <a:endParaRPr b="0" lang="fr-F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fr-F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d7e4bd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3200" strike="noStrike" u="none"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Bases de données : </a:t>
            </a:r>
            <a:endParaRPr b="0" lang="fr-F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6" name="Image 5" descr="Une image contenant Graphique, symbole, orange, conception&#10;&#10;Description générée automatiquement"/>
          <p:cNvPicPr/>
          <p:nvPr/>
        </p:nvPicPr>
        <p:blipFill>
          <a:blip r:embed="rId2"/>
          <a:stretch/>
        </p:blipFill>
        <p:spPr>
          <a:xfrm>
            <a:off x="2346480" y="1693440"/>
            <a:ext cx="705600" cy="705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Image 7" descr="Une image contenant Police, Graphique, logo, conception&#10;&#10;Description générée automatiquement"/>
          <p:cNvPicPr/>
          <p:nvPr/>
        </p:nvPicPr>
        <p:blipFill>
          <a:blip r:embed="rId3"/>
          <a:stretch/>
        </p:blipFill>
        <p:spPr>
          <a:xfrm>
            <a:off x="3723480" y="1692360"/>
            <a:ext cx="705600" cy="705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Graphique 13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5420520" y="1637640"/>
            <a:ext cx="556560" cy="761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Image 23" descr="Une image contenant Police, logo, texte, Graphique&#10;&#10;Description générée automatiquement"/>
          <p:cNvPicPr/>
          <p:nvPr/>
        </p:nvPicPr>
        <p:blipFill>
          <a:blip r:embed="rId6"/>
          <a:stretch/>
        </p:blipFill>
        <p:spPr>
          <a:xfrm>
            <a:off x="6260760" y="4959360"/>
            <a:ext cx="1474920" cy="77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" descr=""/>
          <p:cNvPicPr/>
          <p:nvPr/>
        </p:nvPicPr>
        <p:blipFill>
          <a:blip r:embed="rId7"/>
          <a:stretch/>
        </p:blipFill>
        <p:spPr>
          <a:xfrm>
            <a:off x="2160000" y="3780000"/>
            <a:ext cx="1890720" cy="75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" descr=""/>
          <p:cNvPicPr/>
          <p:nvPr/>
        </p:nvPicPr>
        <p:blipFill>
          <a:blip r:embed="rId8"/>
          <a:stretch/>
        </p:blipFill>
        <p:spPr>
          <a:xfrm>
            <a:off x="4838760" y="3634200"/>
            <a:ext cx="920520" cy="1045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" descr=""/>
          <p:cNvPicPr/>
          <p:nvPr/>
        </p:nvPicPr>
        <p:blipFill>
          <a:blip r:embed="rId9"/>
          <a:stretch/>
        </p:blipFill>
        <p:spPr>
          <a:xfrm>
            <a:off x="4320000" y="4860000"/>
            <a:ext cx="1439280" cy="1078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6" dur="indefinite" restart="never" nodeType="tmRoot">
          <p:childTnLst>
            <p:seq>
              <p:cTn id="17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920" cy="685692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378000" y="187920"/>
            <a:ext cx="4045680" cy="133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Gestion de projet : Trello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5" name="Straight Connector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628560" y="3681360"/>
            <a:ext cx="8516160" cy="1080"/>
          </a:xfrm>
          <a:prstGeom prst="straightConnector1">
            <a:avLst/>
          </a:prstGeom>
          <a:ln w="12700">
            <a:solidFill>
              <a:srgbClr val="c0504d"/>
            </a:solidFill>
            <a:round/>
          </a:ln>
        </p:spPr>
      </p:cxnSp>
      <p:pic>
        <p:nvPicPr>
          <p:cNvPr id="96" name="Image 4" descr="Une image contenant texte, capture d’écran, logiciel, Icône d’ordinateur&#10;&#10;Description générée automatiquement"/>
          <p:cNvPicPr/>
          <p:nvPr/>
        </p:nvPicPr>
        <p:blipFill>
          <a:blip r:embed="rId1"/>
          <a:stretch/>
        </p:blipFill>
        <p:spPr>
          <a:xfrm>
            <a:off x="101160" y="2198880"/>
            <a:ext cx="8940600" cy="398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920" cy="685692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89960" y="413640"/>
            <a:ext cx="3480120" cy="92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Git &amp; GitHub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9" name="Straight Connector 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890640" y="2397600"/>
            <a:ext cx="8254440" cy="1080"/>
          </a:xfrm>
          <a:prstGeom prst="straightConnector1">
            <a:avLst/>
          </a:prstGeom>
          <a:ln w="12700">
            <a:solidFill>
              <a:srgbClr val="c0504d"/>
            </a:solidFill>
            <a:round/>
          </a:ln>
        </p:spPr>
      </p:cxn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339480" y="2491920"/>
            <a:ext cx="3480120" cy="301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340"/>
              </a:spcBef>
              <a:buClr>
                <a:srgbClr val="ffffff"/>
              </a:buClr>
              <a:buFont typeface="Arial"/>
              <a:buChar char="•"/>
            </a:pPr>
            <a:r>
              <a:rPr b="0" lang="fr-FR" sz="17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Branche Main -&gt; Branche de production</a:t>
            </a:r>
            <a:endParaRPr b="0" lang="fr-F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40"/>
              </a:spcBef>
              <a:buClr>
                <a:srgbClr val="ffffff"/>
              </a:buClr>
              <a:buFont typeface="Arial"/>
              <a:buChar char="•"/>
            </a:pPr>
            <a:r>
              <a:rPr b="0" lang="fr-FR" sz="17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Branche Dev -&gt; Branche de développement</a:t>
            </a:r>
            <a:endParaRPr b="0" lang="fr-F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40"/>
              </a:spcBef>
              <a:buClr>
                <a:srgbClr val="ffffff"/>
              </a:buClr>
              <a:buFont typeface="Arial"/>
              <a:buChar char="•"/>
            </a:pPr>
            <a:r>
              <a:rPr b="0" lang="fr-FR" sz="17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Branche XXX -&gt; Une branche par fonctionnalités</a:t>
            </a:r>
            <a:endParaRPr b="0" lang="fr-F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" name="Image 7" descr="Une image contenant capture d’écran, Police, cercle, Graphique&#10;&#10;Description générée automatiquement"/>
          <p:cNvPicPr/>
          <p:nvPr/>
        </p:nvPicPr>
        <p:blipFill>
          <a:blip r:embed="rId1"/>
          <a:stretch/>
        </p:blipFill>
        <p:spPr>
          <a:xfrm>
            <a:off x="3820680" y="2805120"/>
            <a:ext cx="5047920" cy="3285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2" dur="indefinite" restart="never" nodeType="tmRoot">
          <p:childTnLst>
            <p:seq>
              <p:cTn id="33" dur="indefinite" nodeType="mainSeq">
                <p:childTnLst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nodeType="clickEffect" fill="hold" presetClass="entr" presetID="6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in)" transition="in">
                                      <p:cBhvr additive="repl">
                                        <p:cTn id="38" dur="2000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nodeType="clickEffect" fill="hold" presetClass="entr" presetID="6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in)" transition="in">
                                      <p:cBhvr additive="repl">
                                        <p:cTn id="43" dur="2000"/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nodeType="clickEffect" fill="hold" presetClass="entr" presetID="6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in)" transition="in">
                                      <p:cBhvr additive="repl">
                                        <p:cTn id="48" dur="2000"/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920" cy="6856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3" name="Picture 3" descr="jungle.jpg"/>
          <p:cNvPicPr/>
          <p:nvPr/>
        </p:nvPicPr>
        <p:blipFill>
          <a:blip r:embed="rId1">
            <a:alphaModFix amt="35000"/>
          </a:blip>
          <a:srcRect l="1186" t="0" r="2571" b="0"/>
          <a:stretch/>
        </p:blipFill>
        <p:spPr>
          <a:xfrm>
            <a:off x="0" y="0"/>
            <a:ext cx="914292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28560" y="1065960"/>
            <a:ext cx="4538520" cy="4725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7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Conception</a:t>
            </a:r>
            <a:br>
              <a:rPr sz="7000"/>
            </a:br>
            <a:r>
              <a:rPr b="0" lang="fr-FR" sz="7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Graphique</a:t>
            </a:r>
            <a:endParaRPr b="0" lang="fr-FR" sz="7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05" name="Straight Connector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409360" y="2286000"/>
            <a:ext cx="1080" cy="2287080"/>
          </a:xfrm>
          <a:prstGeom prst="straightConnector1">
            <a:avLst/>
          </a:prstGeom>
          <a:ln w="15875">
            <a:solidFill>
              <a:srgbClr val="ffffff"/>
            </a:solidFill>
            <a:round/>
          </a:ln>
        </p:spPr>
      </p:cxn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5650920" y="1065960"/>
            <a:ext cx="2894040" cy="4725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spcBef>
                <a:spcPts val="340"/>
              </a:spcBef>
              <a:buNone/>
              <a:tabLst>
                <a:tab algn="l" pos="0"/>
              </a:tabLst>
            </a:pPr>
            <a:r>
              <a:rPr b="0" lang="fr-FR" sz="17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• Charte graphique : choix des couleurs et typographies adaptées au thème animalier</a:t>
            </a:r>
            <a:endParaRPr b="0" lang="fr-FR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40"/>
              </a:spcBef>
              <a:buNone/>
              <a:tabLst>
                <a:tab algn="l" pos="0"/>
              </a:tabLst>
            </a:pPr>
            <a:r>
              <a:rPr b="0" lang="fr-FR" sz="17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• Wireframes : conception des pages pour une navigation intuitive</a:t>
            </a:r>
            <a:endParaRPr b="0" lang="fr-FR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40"/>
              </a:spcBef>
              <a:buNone/>
              <a:tabLst>
                <a:tab algn="l" pos="0"/>
              </a:tabLst>
            </a:pPr>
            <a:r>
              <a:rPr b="0" lang="fr-FR" sz="17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• Maquettes : modèles visuels pour valider l'interface utilisateur</a:t>
            </a:r>
            <a:endParaRPr b="0" lang="fr-FR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Picture 3" descr="jungle.jpg"/>
          <p:cNvPicPr/>
          <p:nvPr/>
        </p:nvPicPr>
        <p:blipFill>
          <a:blip r:embed="rId1"/>
          <a:stretch/>
        </p:blipFill>
        <p:spPr>
          <a:xfrm>
            <a:off x="0" y="0"/>
            <a:ext cx="914292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solidFill>
            <a:srgbClr val="000000">
              <a:alpha val="50000"/>
            </a:srgbClr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trike="noStrike" u="none">
                <a:solidFill>
                  <a:schemeClr val="accent3">
                    <a:lumMod val="75000"/>
                  </a:schemeClr>
                </a:solidFill>
                <a:effectLst/>
                <a:uFillTx/>
                <a:latin typeface="Calibri"/>
              </a:rPr>
              <a:t>Charte Graphique</a:t>
            </a:r>
            <a:endParaRPr b="0" lang="fr-F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9" name="" descr=""/>
          <p:cNvPicPr/>
          <p:nvPr/>
        </p:nvPicPr>
        <p:blipFill>
          <a:blip r:embed="rId2"/>
          <a:stretch/>
        </p:blipFill>
        <p:spPr>
          <a:xfrm>
            <a:off x="360000" y="1620000"/>
            <a:ext cx="3372840" cy="1865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" name="" descr=""/>
          <p:cNvPicPr/>
          <p:nvPr/>
        </p:nvPicPr>
        <p:blipFill>
          <a:blip r:embed="rId3"/>
          <a:stretch/>
        </p:blipFill>
        <p:spPr>
          <a:xfrm>
            <a:off x="4078800" y="1620000"/>
            <a:ext cx="4560480" cy="251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1" name="" descr=""/>
          <p:cNvPicPr/>
          <p:nvPr/>
        </p:nvPicPr>
        <p:blipFill>
          <a:blip r:embed="rId4"/>
          <a:stretch/>
        </p:blipFill>
        <p:spPr>
          <a:xfrm>
            <a:off x="1068120" y="4500000"/>
            <a:ext cx="3611160" cy="2024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" name="Rectangl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0760" cy="6856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3" name="Image 9" descr="Une image contenant arbre, plein air, chute d’eau, jungle&#10;&#10;Description générée automatiquement"/>
          <p:cNvPicPr/>
          <p:nvPr/>
        </p:nvPicPr>
        <p:blipFill>
          <a:blip r:embed="rId1"/>
          <a:stretch/>
        </p:blipFill>
        <p:spPr>
          <a:xfrm>
            <a:off x="-2160" y="0"/>
            <a:ext cx="914292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1454760" y="276480"/>
            <a:ext cx="3705480" cy="754200"/>
          </a:xfrm>
          <a:prstGeom prst="rect">
            <a:avLst/>
          </a:prstGeom>
          <a:solidFill>
            <a:srgbClr val="000000">
              <a:alpha val="50000"/>
            </a:srgbClr>
          </a:solidFill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500" strike="noStrike" u="none">
                <a:solidFill>
                  <a:schemeClr val="accent3"/>
                </a:solidFill>
                <a:effectLst/>
                <a:uFillTx/>
                <a:latin typeface="Calibri"/>
              </a:rPr>
              <a:t>Wireframe</a:t>
            </a:r>
            <a:endParaRPr b="0" lang="fr-FR" sz="4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5" name="" descr=""/>
          <p:cNvPicPr/>
          <p:nvPr/>
        </p:nvPicPr>
        <p:blipFill>
          <a:blip r:embed="rId2"/>
          <a:stretch/>
        </p:blipFill>
        <p:spPr>
          <a:xfrm>
            <a:off x="1080000" y="1260000"/>
            <a:ext cx="4139280" cy="539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6" name="" descr=""/>
          <p:cNvPicPr/>
          <p:nvPr/>
        </p:nvPicPr>
        <p:blipFill>
          <a:blip r:embed="rId3"/>
          <a:stretch/>
        </p:blipFill>
        <p:spPr>
          <a:xfrm>
            <a:off x="6480000" y="720000"/>
            <a:ext cx="2189880" cy="5971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7" name="Rectangl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0760" cy="6856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8" name="Image 9" descr="Une image contenant arbre, plein air, chute d’eau, jungle&#10;&#10;Description générée automatiquement"/>
          <p:cNvPicPr/>
          <p:nvPr/>
        </p:nvPicPr>
        <p:blipFill>
          <a:blip r:embed="rId1"/>
          <a:stretch/>
        </p:blipFill>
        <p:spPr>
          <a:xfrm>
            <a:off x="-2160" y="0"/>
            <a:ext cx="914292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719280" y="276480"/>
            <a:ext cx="5020560" cy="754200"/>
          </a:xfrm>
          <a:prstGeom prst="rect">
            <a:avLst/>
          </a:prstGeom>
          <a:solidFill>
            <a:srgbClr val="000000">
              <a:alpha val="50000"/>
            </a:srgbClr>
          </a:solidFill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500" strike="noStrike" u="none">
                <a:solidFill>
                  <a:schemeClr val="accent3"/>
                </a:solidFill>
                <a:effectLst/>
                <a:uFillTx/>
                <a:latin typeface="Calibri"/>
              </a:rPr>
              <a:t>Mokup (maquettes)</a:t>
            </a:r>
            <a:endParaRPr b="0" lang="fr-FR" sz="4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0" name="" descr=""/>
          <p:cNvPicPr/>
          <p:nvPr/>
        </p:nvPicPr>
        <p:blipFill>
          <a:blip r:embed="rId2"/>
          <a:stretch/>
        </p:blipFill>
        <p:spPr>
          <a:xfrm>
            <a:off x="183600" y="1980000"/>
            <a:ext cx="5575680" cy="431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" descr=""/>
          <p:cNvPicPr/>
          <p:nvPr/>
        </p:nvPicPr>
        <p:blipFill>
          <a:blip r:embed="rId3"/>
          <a:stretch/>
        </p:blipFill>
        <p:spPr>
          <a:xfrm>
            <a:off x="6263640" y="900000"/>
            <a:ext cx="2555640" cy="5399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920" cy="6856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3" name="Picture 3" descr="jungle.jpg"/>
          <p:cNvPicPr/>
          <p:nvPr/>
        </p:nvPicPr>
        <p:blipFill>
          <a:blip r:embed="rId1">
            <a:alphaModFix amt="35000"/>
          </a:blip>
          <a:srcRect l="1186" t="0" r="2571" b="0"/>
          <a:stretch/>
        </p:blipFill>
        <p:spPr>
          <a:xfrm>
            <a:off x="-1440" y="0"/>
            <a:ext cx="914292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628560" y="1065960"/>
            <a:ext cx="4181760" cy="4725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7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Modèle conceptuel de données</a:t>
            </a:r>
            <a:endParaRPr b="0" lang="fr-FR" sz="7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25" name="Straight Connector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409360" y="2286000"/>
            <a:ext cx="1080" cy="2287080"/>
          </a:xfrm>
          <a:prstGeom prst="straightConnector1">
            <a:avLst/>
          </a:prstGeom>
          <a:ln w="15875">
            <a:solidFill>
              <a:srgbClr val="ffffff"/>
            </a:solidFill>
            <a:round/>
          </a:ln>
        </p:spPr>
      </p:cxnSp>
      <p:graphicFrame>
        <p:nvGraphicFramePr>
          <p:cNvPr id="2" name="Diagram2"/>
          <p:cNvGraphicFramePr/>
          <p:nvPr>
            <p:extLst>
              <p:ext uri="{D42A27DB-BD31-4B8C-83A1-F6EECF244321}">
                <p14:modId xmlns:p14="http://schemas.microsoft.com/office/powerpoint/2010/main" val="1477401577"/>
              </p:ext>
            </p:extLst>
          </p:nvPr>
        </p:nvGraphicFramePr>
        <p:xfrm>
          <a:off x="5666400" y="254520"/>
          <a:ext cx="3218760" cy="6069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Picture 3" descr="jungle.jpg"/>
          <p:cNvPicPr/>
          <p:nvPr/>
        </p:nvPicPr>
        <p:blipFill>
          <a:blip r:embed="rId1"/>
          <a:stretch/>
        </p:blipFill>
        <p:spPr>
          <a:xfrm>
            <a:off x="0" y="0"/>
            <a:ext cx="914292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solidFill>
            <a:srgbClr val="000000">
              <a:alpha val="50000"/>
            </a:srgbClr>
          </a:solidFill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trike="noStrike" u="none">
                <a:solidFill>
                  <a:schemeClr val="accent3">
                    <a:lumMod val="75000"/>
                  </a:schemeClr>
                </a:solidFill>
                <a:effectLst/>
                <a:uFillTx/>
                <a:latin typeface="Calibri"/>
              </a:rPr>
              <a:t>MCD</a:t>
            </a:r>
            <a:endParaRPr b="0" lang="fr-F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8" name="" descr=""/>
          <p:cNvPicPr/>
          <p:nvPr/>
        </p:nvPicPr>
        <p:blipFill>
          <a:blip r:embed="rId2"/>
          <a:stretch/>
        </p:blipFill>
        <p:spPr>
          <a:xfrm>
            <a:off x="360" y="1800000"/>
            <a:ext cx="9142920" cy="4966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Picture 3" descr="jungle.jpg"/>
          <p:cNvPicPr/>
          <p:nvPr/>
        </p:nvPicPr>
        <p:blipFill>
          <a:blip r:embed="rId1"/>
          <a:stretch/>
        </p:blipFill>
        <p:spPr>
          <a:xfrm>
            <a:off x="0" y="0"/>
            <a:ext cx="914292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375480" y="63000"/>
            <a:ext cx="8228520" cy="1141920"/>
          </a:xfrm>
          <a:prstGeom prst="rect">
            <a:avLst/>
          </a:prstGeom>
          <a:solidFill>
            <a:srgbClr val="000000">
              <a:alpha val="50000"/>
            </a:srgbClr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trike="noStrike" u="none">
                <a:solidFill>
                  <a:schemeClr val="accent3">
                    <a:lumMod val="75000"/>
                  </a:schemeClr>
                </a:solidFill>
                <a:effectLst/>
                <a:uFillTx/>
                <a:latin typeface="Calibri"/>
              </a:rPr>
              <a:t>Création de la base de données</a:t>
            </a:r>
            <a:endParaRPr b="0" lang="fr-F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1" name="" descr=""/>
          <p:cNvPicPr/>
          <p:nvPr/>
        </p:nvPicPr>
        <p:blipFill>
          <a:blip r:embed="rId2"/>
          <a:stretch/>
        </p:blipFill>
        <p:spPr>
          <a:xfrm>
            <a:off x="360000" y="1800000"/>
            <a:ext cx="4180680" cy="351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2" name="" descr=""/>
          <p:cNvPicPr/>
          <p:nvPr/>
        </p:nvPicPr>
        <p:blipFill>
          <a:blip r:embed="rId3"/>
          <a:stretch/>
        </p:blipFill>
        <p:spPr>
          <a:xfrm>
            <a:off x="147240" y="2334240"/>
            <a:ext cx="3059280" cy="3619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3" name="" descr=""/>
          <p:cNvPicPr/>
          <p:nvPr/>
        </p:nvPicPr>
        <p:blipFill>
          <a:blip r:embed="rId4"/>
          <a:stretch/>
        </p:blipFill>
        <p:spPr>
          <a:xfrm>
            <a:off x="5929200" y="2340000"/>
            <a:ext cx="3070080" cy="359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" name="" descr=""/>
          <p:cNvPicPr/>
          <p:nvPr/>
        </p:nvPicPr>
        <p:blipFill>
          <a:blip r:embed="rId5"/>
          <a:stretch/>
        </p:blipFill>
        <p:spPr>
          <a:xfrm>
            <a:off x="3240000" y="2340000"/>
            <a:ext cx="2636280" cy="359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5" name="" descr=""/>
          <p:cNvPicPr/>
          <p:nvPr/>
        </p:nvPicPr>
        <p:blipFill>
          <a:blip r:embed="rId6"/>
          <a:stretch/>
        </p:blipFill>
        <p:spPr>
          <a:xfrm>
            <a:off x="360000" y="1260000"/>
            <a:ext cx="6442920" cy="411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Picture 3" descr="jungle.jpg"/>
          <p:cNvPicPr/>
          <p:nvPr/>
        </p:nvPicPr>
        <p:blipFill>
          <a:blip r:embed="rId1"/>
          <a:stretch/>
        </p:blipFill>
        <p:spPr>
          <a:xfrm>
            <a:off x="0" y="0"/>
            <a:ext cx="914292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solidFill>
            <a:srgbClr val="000000">
              <a:alpha val="50000"/>
            </a:srgbClr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trike="noStrike" u="none">
                <a:solidFill>
                  <a:schemeClr val="accent3">
                    <a:lumMod val="75000"/>
                  </a:schemeClr>
                </a:solidFill>
                <a:effectLst/>
                <a:uFillTx/>
                <a:latin typeface="Calibri"/>
              </a:rPr>
              <a:t>Création d’un projet Django</a:t>
            </a:r>
            <a:endParaRPr b="0" lang="fr-F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Cœur 2"/>
          <p:cNvSpPr/>
          <p:nvPr/>
        </p:nvSpPr>
        <p:spPr>
          <a:xfrm>
            <a:off x="7989120" y="523440"/>
            <a:ext cx="696600" cy="644760"/>
          </a:xfrm>
          <a:prstGeom prst="heart">
            <a:avLst/>
          </a:prstGeom>
          <a:gradFill rotWithShape="0">
            <a:gsLst>
              <a:gs pos="0">
                <a:srgbClr val="38b6d7"/>
              </a:gs>
              <a:gs pos="100000">
                <a:srgbClr val="a6e6ff"/>
              </a:gs>
            </a:gsLst>
            <a:lin ang="16200000"/>
          </a:gradFill>
          <a:ln>
            <a:solidFill>
              <a:srgbClr val="46aac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fr-FR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9" name="" descr=""/>
          <p:cNvPicPr/>
          <p:nvPr/>
        </p:nvPicPr>
        <p:blipFill>
          <a:blip r:embed="rId2"/>
          <a:stretch/>
        </p:blipFill>
        <p:spPr>
          <a:xfrm>
            <a:off x="1808640" y="1620000"/>
            <a:ext cx="5390640" cy="465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0" name="" descr=""/>
          <p:cNvPicPr/>
          <p:nvPr/>
        </p:nvPicPr>
        <p:blipFill>
          <a:blip r:embed="rId3"/>
          <a:stretch/>
        </p:blipFill>
        <p:spPr>
          <a:xfrm>
            <a:off x="653040" y="2700000"/>
            <a:ext cx="3666240" cy="3695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Picture 3" descr="jungle.jpg"/>
          <p:cNvPicPr/>
          <p:nvPr/>
        </p:nvPicPr>
        <p:blipFill>
          <a:blip r:embed="rId1"/>
          <a:stretch/>
        </p:blipFill>
        <p:spPr>
          <a:xfrm>
            <a:off x="0" y="0"/>
            <a:ext cx="914292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688680"/>
          </a:xfrm>
          <a:prstGeom prst="rect">
            <a:avLst/>
          </a:prstGeom>
          <a:solidFill>
            <a:srgbClr val="000000">
              <a:alpha val="50000"/>
            </a:srgbClr>
          </a:solidFill>
          <a:ln w="0">
            <a:noFill/>
          </a:ln>
        </p:spPr>
        <p:txBody>
          <a:bodyPr lIns="91440" rIns="91440" tIns="45720" bIns="45720" anchor="ctr">
            <a:normAutofit fontScale="92500" lnSpcReduction="9999"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trike="noStrike" u="none">
                <a:solidFill>
                  <a:schemeClr val="accent3">
                    <a:lumMod val="75000"/>
                  </a:schemeClr>
                </a:solidFill>
                <a:effectLst/>
                <a:uFillTx/>
                <a:latin typeface="Calibri"/>
              </a:rPr>
              <a:t>Relations</a:t>
            </a:r>
            <a:endParaRPr b="0" lang="fr-F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3" name="" descr=""/>
          <p:cNvPicPr/>
          <p:nvPr/>
        </p:nvPicPr>
        <p:blipFill>
          <a:blip r:embed="rId2"/>
          <a:stretch/>
        </p:blipFill>
        <p:spPr>
          <a:xfrm>
            <a:off x="180000" y="1080000"/>
            <a:ext cx="4859280" cy="161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4" name="" descr=""/>
          <p:cNvPicPr/>
          <p:nvPr/>
        </p:nvPicPr>
        <p:blipFill>
          <a:blip r:embed="rId3"/>
          <a:stretch/>
        </p:blipFill>
        <p:spPr>
          <a:xfrm>
            <a:off x="5220000" y="1080000"/>
            <a:ext cx="3779280" cy="14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5" name="" descr=""/>
          <p:cNvPicPr/>
          <p:nvPr/>
        </p:nvPicPr>
        <p:blipFill>
          <a:blip r:embed="rId4"/>
          <a:stretch/>
        </p:blipFill>
        <p:spPr>
          <a:xfrm>
            <a:off x="180000" y="2880000"/>
            <a:ext cx="4644720" cy="30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6" name="" descr=""/>
          <p:cNvPicPr/>
          <p:nvPr/>
        </p:nvPicPr>
        <p:blipFill>
          <a:blip r:embed="rId5"/>
          <a:stretch/>
        </p:blipFill>
        <p:spPr>
          <a:xfrm>
            <a:off x="4936680" y="2880000"/>
            <a:ext cx="4062600" cy="2402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Picture 3" descr="jungle.jpg"/>
          <p:cNvPicPr/>
          <p:nvPr/>
        </p:nvPicPr>
        <p:blipFill>
          <a:blip r:embed="rId1"/>
          <a:stretch/>
        </p:blipFill>
        <p:spPr>
          <a:xfrm>
            <a:off x="0" y="0"/>
            <a:ext cx="914292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457200" y="125280"/>
            <a:ext cx="8228520" cy="1101240"/>
          </a:xfrm>
          <a:prstGeom prst="rect">
            <a:avLst/>
          </a:prstGeom>
          <a:solidFill>
            <a:srgbClr val="000000">
              <a:alpha val="50000"/>
            </a:srgbClr>
          </a:solidFill>
          <a:ln w="0">
            <a:noFill/>
          </a:ln>
        </p:spPr>
        <p:txBody>
          <a:bodyPr lIns="91440" rIns="91440" tIns="45720" bIns="45720" anchor="ctr">
            <a:normAutofit fontScale="92500" lnSpcReduction="19999"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trike="noStrike" u="none">
                <a:solidFill>
                  <a:schemeClr val="accent3">
                    <a:lumMod val="75000"/>
                  </a:schemeClr>
                </a:solidFill>
                <a:effectLst/>
                <a:uFillTx/>
                <a:latin typeface="Calibri"/>
              </a:rPr>
              <a:t>Dynamiser l’interface pour le choix du nombre de place(s)</a:t>
            </a:r>
            <a:endParaRPr b="0" lang="fr-F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9" name="" descr=""/>
          <p:cNvPicPr/>
          <p:nvPr/>
        </p:nvPicPr>
        <p:blipFill>
          <a:blip r:embed="rId2"/>
          <a:stretch/>
        </p:blipFill>
        <p:spPr>
          <a:xfrm>
            <a:off x="2700000" y="1440000"/>
            <a:ext cx="2714760" cy="532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Picture 3" descr="jungle.jpg"/>
          <p:cNvPicPr/>
          <p:nvPr/>
        </p:nvPicPr>
        <p:blipFill>
          <a:blip r:embed="rId1"/>
          <a:stretch/>
        </p:blipFill>
        <p:spPr>
          <a:xfrm>
            <a:off x="0" y="0"/>
            <a:ext cx="914292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457200" y="125280"/>
            <a:ext cx="8228520" cy="1101240"/>
          </a:xfrm>
          <a:prstGeom prst="rect">
            <a:avLst/>
          </a:prstGeom>
          <a:solidFill>
            <a:srgbClr val="000000">
              <a:alpha val="50000"/>
            </a:srgbClr>
          </a:solidFill>
          <a:ln w="0">
            <a:noFill/>
          </a:ln>
        </p:spPr>
        <p:txBody>
          <a:bodyPr lIns="91440" rIns="91440" tIns="45720" bIns="45720" anchor="ctr">
            <a:normAutofit fontScale="92500" lnSpcReduction="19999"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trike="noStrike" u="none">
                <a:solidFill>
                  <a:schemeClr val="accent3">
                    <a:lumMod val="75000"/>
                  </a:schemeClr>
                </a:solidFill>
                <a:effectLst/>
                <a:uFillTx/>
                <a:latin typeface="Calibri"/>
              </a:rPr>
              <a:t>Utilisation de Fetch pour traiter un filtre dynamique</a:t>
            </a:r>
            <a:endParaRPr b="0" lang="fr-F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2" name="" descr=""/>
          <p:cNvPicPr/>
          <p:nvPr/>
        </p:nvPicPr>
        <p:blipFill>
          <a:blip r:embed="rId2"/>
          <a:stretch/>
        </p:blipFill>
        <p:spPr>
          <a:xfrm>
            <a:off x="1335240" y="1667520"/>
            <a:ext cx="5144040" cy="4690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0760" cy="6856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54" name="Picture 3" descr="jungle.jpg"/>
          <p:cNvPicPr/>
          <p:nvPr/>
        </p:nvPicPr>
        <p:blipFill>
          <a:blip r:embed="rId1">
            <a:alphaModFix amt="50000"/>
          </a:blip>
          <a:srcRect l="1189" t="0" r="2574" b="0"/>
          <a:stretch/>
        </p:blipFill>
        <p:spPr>
          <a:xfrm>
            <a:off x="0" y="0"/>
            <a:ext cx="914076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1143000" y="1122480"/>
            <a:ext cx="6856920" cy="30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57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Cycle de vie d’une fonctionnalité</a:t>
            </a:r>
            <a:endParaRPr b="0" lang="fr-FR" sz="5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ketchy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80800" y="4368600"/>
            <a:ext cx="3181680" cy="17280"/>
          </a:xfrm>
          <a:custGeom>
            <a:avLst/>
            <a:gdLst>
              <a:gd name="textAreaLeft" fmla="*/ 0 w 3181680"/>
              <a:gd name="textAreaRight" fmla="*/ 3182760 w 3181680"/>
              <a:gd name="textAreaTop" fmla="*/ 0 h 17280"/>
              <a:gd name="textAreaBottom" fmla="*/ 18360 h 17280"/>
              <a:gd name="GluePoint1X" fmla="*/ 0 w 3182692"/>
              <a:gd name="GluePoint1Y" fmla="*/ 0 h 18288"/>
              <a:gd name="GluePoint2X" fmla="*/ 636538 w 3182692"/>
              <a:gd name="GluePoint2Y" fmla="*/ 0 h 18288"/>
              <a:gd name="GluePoint3X" fmla="*/ 1273077 w 3182692"/>
              <a:gd name="GluePoint3Y" fmla="*/ 0 h 18288"/>
              <a:gd name="GluePoint4X" fmla="*/ 1909615 w 3182692"/>
              <a:gd name="GluePoint4Y" fmla="*/ 0 h 18288"/>
              <a:gd name="GluePoint5X" fmla="*/ 2482500 w 3182692"/>
              <a:gd name="GluePoint5Y" fmla="*/ 0 h 18288"/>
              <a:gd name="GluePoint6X" fmla="*/ 3182692 w 3182692"/>
              <a:gd name="GluePoint6Y" fmla="*/ 0 h 18288"/>
              <a:gd name="GluePoint7X" fmla="*/ 3182692 w 3182692"/>
              <a:gd name="GluePoint7Y" fmla="*/ 18288 h 18288"/>
              <a:gd name="GluePoint8X" fmla="*/ 2609807 w 3182692"/>
              <a:gd name="GluePoint8Y" fmla="*/ 18288 h 18288"/>
              <a:gd name="GluePoint9X" fmla="*/ 2068750 w 3182692"/>
              <a:gd name="GluePoint9Y" fmla="*/ 18288 h 18288"/>
              <a:gd name="GluePoint10X" fmla="*/ 1432211 w 3182692"/>
              <a:gd name="GluePoint10Y" fmla="*/ 18288 h 18288"/>
              <a:gd name="GluePoint11X" fmla="*/ 859327 w 3182692"/>
              <a:gd name="GluePoint11Y" fmla="*/ 18288 h 18288"/>
              <a:gd name="GluePoint12X" fmla="*/ 0 w 3182692"/>
              <a:gd name="GluePoint12Y" fmla="*/ 18288 h 18288"/>
              <a:gd name="GluePoint13X" fmla="*/ 0 w 3182692"/>
              <a:gd name="GluePoint13Y" fmla="*/ 0 h 182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fill="none" w="3182692" h="18288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stroke="0" w="3182692" h="18288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cap="rnd" w="44450">
            <a:solidFill>
              <a:schemeClr val="lt1">
                <a:alpha val="7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9" dur="indefinite" restart="never" nodeType="tmRoot">
          <p:childTnLst>
            <p:seq>
              <p:cTn id="50" dur="indefinite" nodeType="mainSeq"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nodeType="withEffect" fill="hold" presetClass="entr" presetID="10">
                                  <p:stCondLst>
                                    <p:cond delay="10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5" dur="4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ectangl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920" cy="6856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58" name="Picture 3" descr="jungle.jpg"/>
          <p:cNvPicPr/>
          <p:nvPr/>
        </p:nvPicPr>
        <p:blipFill>
          <a:blip r:embed="rId1">
            <a:alphaModFix amt="35000"/>
          </a:blip>
          <a:srcRect l="1186" t="0" r="2571" b="0"/>
          <a:stretch/>
        </p:blipFill>
        <p:spPr>
          <a:xfrm>
            <a:off x="0" y="0"/>
            <a:ext cx="914292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628560" y="1065960"/>
            <a:ext cx="4055040" cy="4725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7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Etapes =&gt;</a:t>
            </a:r>
            <a:endParaRPr b="0" lang="fr-FR" sz="7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60" name="Straight Connector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409360" y="2286000"/>
            <a:ext cx="1080" cy="2287080"/>
          </a:xfrm>
          <a:prstGeom prst="straightConnector1">
            <a:avLst/>
          </a:prstGeom>
          <a:ln w="15875">
            <a:solidFill>
              <a:srgbClr val="ffffff"/>
            </a:solidFill>
            <a:round/>
          </a:ln>
        </p:spPr>
      </p:cxnSp>
      <p:sp>
        <p:nvSpPr>
          <p:cNvPr id="161" name="ZoneTexte 2"/>
          <p:cNvSpPr/>
          <p:nvPr/>
        </p:nvSpPr>
        <p:spPr>
          <a:xfrm>
            <a:off x="5650920" y="338040"/>
            <a:ext cx="3391560" cy="618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marL="285840" indent="-228600" defTabSz="914400">
              <a:lnSpc>
                <a:spcPct val="90000"/>
              </a:lnSpc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7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Conception : Choix des technos, recueil informations. </a:t>
            </a:r>
            <a:endParaRPr b="0" lang="fr-FR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28600" defTabSz="914400">
              <a:lnSpc>
                <a:spcPct val="90000"/>
              </a:lnSpc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7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Développement du service </a:t>
            </a:r>
            <a:endParaRPr b="0" lang="fr-FR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28600" defTabSz="914400">
              <a:lnSpc>
                <a:spcPct val="90000"/>
              </a:lnSpc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7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Développement des tests </a:t>
            </a:r>
            <a:endParaRPr b="0" lang="fr-FR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28600" defTabSz="914400">
              <a:lnSpc>
                <a:spcPct val="90000"/>
              </a:lnSpc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7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Intégration </a:t>
            </a:r>
            <a:endParaRPr b="0" lang="fr-FR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28600" defTabSz="914400">
              <a:lnSpc>
                <a:spcPct val="90000"/>
              </a:lnSpc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7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Déploiement</a:t>
            </a:r>
            <a:endParaRPr b="0" lang="fr-FR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Picture 3" descr="jungle.jpg"/>
          <p:cNvPicPr/>
          <p:nvPr/>
        </p:nvPicPr>
        <p:blipFill>
          <a:blip r:embed="rId1"/>
          <a:stretch/>
        </p:blipFill>
        <p:spPr>
          <a:xfrm>
            <a:off x="0" y="0"/>
            <a:ext cx="914292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457200" y="125280"/>
            <a:ext cx="8228520" cy="1101240"/>
          </a:xfrm>
          <a:prstGeom prst="rect">
            <a:avLst/>
          </a:prstGeom>
          <a:solidFill>
            <a:srgbClr val="000000">
              <a:alpha val="50000"/>
            </a:srgbClr>
          </a:solidFill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trike="noStrike" u="none">
                <a:solidFill>
                  <a:schemeClr val="accent3">
                    <a:lumMod val="75000"/>
                  </a:schemeClr>
                </a:solidFill>
                <a:effectLst/>
                <a:uFillTx/>
                <a:latin typeface="Calibri"/>
              </a:rPr>
              <a:t>Développement des tests</a:t>
            </a:r>
            <a:endParaRPr b="0" lang="fr-F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4" name="" descr=""/>
          <p:cNvPicPr/>
          <p:nvPr/>
        </p:nvPicPr>
        <p:blipFill>
          <a:blip r:embed="rId2"/>
          <a:stretch/>
        </p:blipFill>
        <p:spPr>
          <a:xfrm>
            <a:off x="900000" y="3844080"/>
            <a:ext cx="7379280" cy="2455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5" name="" descr=""/>
          <p:cNvPicPr/>
          <p:nvPr/>
        </p:nvPicPr>
        <p:blipFill>
          <a:blip r:embed="rId3"/>
          <a:stretch/>
        </p:blipFill>
        <p:spPr>
          <a:xfrm>
            <a:off x="1980000" y="1331640"/>
            <a:ext cx="4335480" cy="226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Picture 3" descr="jungle.jpg"/>
          <p:cNvPicPr/>
          <p:nvPr/>
        </p:nvPicPr>
        <p:blipFill>
          <a:blip r:embed="rId1"/>
          <a:stretch/>
        </p:blipFill>
        <p:spPr>
          <a:xfrm>
            <a:off x="0" y="0"/>
            <a:ext cx="914292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457200" y="125280"/>
            <a:ext cx="8228520" cy="1101240"/>
          </a:xfrm>
          <a:prstGeom prst="rect">
            <a:avLst/>
          </a:prstGeom>
          <a:solidFill>
            <a:srgbClr val="000000">
              <a:alpha val="50000"/>
            </a:srgbClr>
          </a:solidFill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trike="noStrike" u="none">
                <a:solidFill>
                  <a:schemeClr val="accent3">
                    <a:lumMod val="75000"/>
                  </a:schemeClr>
                </a:solidFill>
                <a:effectLst/>
                <a:uFillTx/>
                <a:latin typeface="Calibri"/>
              </a:rPr>
              <a:t>Mécanismes de sécurité</a:t>
            </a:r>
            <a:endParaRPr b="0" lang="fr-F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ZoneTexte 4"/>
          <p:cNvSpPr/>
          <p:nvPr/>
        </p:nvSpPr>
        <p:spPr>
          <a:xfrm>
            <a:off x="457200" y="1499040"/>
            <a:ext cx="4042080" cy="2712600"/>
          </a:xfrm>
          <a:prstGeom prst="rect">
            <a:avLst/>
          </a:prstGeom>
          <a:solidFill>
            <a:schemeClr val="dk1"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457200">
              <a:lnSpc>
                <a:spcPct val="100000"/>
              </a:lnSpc>
              <a:buClr>
                <a:srgbClr val="ffffff"/>
              </a:buClr>
              <a:buFont typeface="Wingdings" charset="2"/>
              <a:buChar char=""/>
            </a:pPr>
            <a:r>
              <a:rPr b="1" lang="fr-FR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Authentification :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alibri"/>
                <a:ea typeface="Microsoft YaHei"/>
              </a:rPr>
              <a:t>	</a:t>
            </a:r>
            <a:r>
              <a:rPr b="0" lang="fr-FR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Microsoft YaHei"/>
              </a:rPr>
              <a:t>Gestion des utilisateurs via le middleware : "  'django.contrib.auth.middleware.AuthenticationMiddleware"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fr-FR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Microsoft YaHei"/>
              </a:rPr>
              <a:t>Mots de passe hashés avec </a:t>
            </a:r>
            <a:r>
              <a:rPr b="0" lang="fr-FR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Microsoft YaHei"/>
              </a:rPr>
              <a:t>	</a:t>
            </a:r>
            <a:r>
              <a:rPr b="0" lang="fr-FR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Microsoft YaHei"/>
              </a:rPr>
              <a:t>« bcrypt » :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fr-FR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Microsoft YaHei"/>
              </a:rPr>
              <a:t>"django.contrib.auth.hashers.BCryptSHA256PasswordHasher"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ZoneTexte 6"/>
          <p:cNvSpPr/>
          <p:nvPr/>
        </p:nvSpPr>
        <p:spPr>
          <a:xfrm>
            <a:off x="749520" y="4236480"/>
            <a:ext cx="3444480" cy="1186920"/>
          </a:xfrm>
          <a:prstGeom prst="rect">
            <a:avLst/>
          </a:prstGeom>
          <a:solidFill>
            <a:schemeClr val="dk1"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457200">
              <a:lnSpc>
                <a:spcPct val="100000"/>
              </a:lnSpc>
              <a:buClr>
                <a:srgbClr val="ffffff"/>
              </a:buClr>
              <a:buFont typeface="Wingdings" charset="2"/>
              <a:buChar char=""/>
            </a:pPr>
            <a:r>
              <a:rPr b="1" lang="fr-FR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Autorisation :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fr-FR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b="0" lang="fr-FR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Gestion des rôles (admin/modérateur/user authenticated/anonymous …)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ZoneTexte 8"/>
          <p:cNvSpPr/>
          <p:nvPr/>
        </p:nvSpPr>
        <p:spPr>
          <a:xfrm>
            <a:off x="4722840" y="4559760"/>
            <a:ext cx="3892320" cy="1199160"/>
          </a:xfrm>
          <a:prstGeom prst="rect">
            <a:avLst/>
          </a:prstGeom>
          <a:solidFill>
            <a:schemeClr val="dk1"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457200">
              <a:lnSpc>
                <a:spcPct val="100000"/>
              </a:lnSpc>
              <a:buClr>
                <a:srgbClr val="ffffff"/>
              </a:buClr>
              <a:buFont typeface="Wingdings" charset="2"/>
              <a:buChar char=""/>
            </a:pPr>
            <a:r>
              <a:rPr b="1" lang="fr-FR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Protection CSRF :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fr-FR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b="0" lang="fr-FR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Utilisation de tokens CSRF dans les formulaires pour prévenir les attaques.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ZoneTexte 9"/>
          <p:cNvSpPr/>
          <p:nvPr/>
        </p:nvSpPr>
        <p:spPr>
          <a:xfrm>
            <a:off x="4656960" y="2049120"/>
            <a:ext cx="4028760" cy="912600"/>
          </a:xfrm>
          <a:prstGeom prst="rect">
            <a:avLst/>
          </a:prstGeom>
          <a:solidFill>
            <a:schemeClr val="dk1"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457200">
              <a:lnSpc>
                <a:spcPct val="100000"/>
              </a:lnSpc>
              <a:buClr>
                <a:srgbClr val="ffffff"/>
              </a:buClr>
              <a:buFont typeface="Wingdings" charset="2"/>
              <a:buChar char=""/>
            </a:pPr>
            <a:r>
              <a:rPr b="1" lang="fr-FR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Validation des Données Entrantes :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fr-FR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b="0" lang="fr-FR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Blocage des script externe via protection csp.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2" name="Rectangl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920" cy="6856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Freeform: Shap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920" cy="2876760"/>
          </a:xfrm>
          <a:custGeom>
            <a:avLst/>
            <a:gdLst>
              <a:gd name="textAreaLeft" fmla="*/ 0 w 9142920"/>
              <a:gd name="textAreaRight" fmla="*/ 9144000 w 9142920"/>
              <a:gd name="textAreaTop" fmla="*/ 0 h 2876760"/>
              <a:gd name="textAreaBottom" fmla="*/ 2877840 h 2876760"/>
              <a:gd name="GluePoint1X" fmla="*/ 6789701 w 12192000"/>
              <a:gd name="GluePoint1Y" fmla="*/ 2809623 h 2877832"/>
              <a:gd name="GluePoint2X" fmla="*/ 6788702 w 12192000"/>
              <a:gd name="GluePoint2Y" fmla="*/ 2809701 h 2877832"/>
              <a:gd name="GluePoint3X" fmla="*/ 6788476 w 12192000"/>
              <a:gd name="GluePoint3Y" fmla="*/ 2810235 h 2877832"/>
              <a:gd name="GluePoint4X" fmla="*/ 0 w 12192000"/>
              <a:gd name="GluePoint4Y" fmla="*/ 0 h 2877832"/>
              <a:gd name="GluePoint5X" fmla="*/ 12192000 w 12192000"/>
              <a:gd name="GluePoint5Y" fmla="*/ 0 h 2877832"/>
              <a:gd name="GluePoint6X" fmla="*/ 12192000 w 12192000"/>
              <a:gd name="GluePoint6Y" fmla="*/ 1915388 h 2877832"/>
              <a:gd name="GluePoint7X" fmla="*/ 12061096 w 12192000"/>
              <a:gd name="GluePoint7Y" fmla="*/ 1954428 h 2877832"/>
              <a:gd name="GluePoint8X" fmla="*/ 11676800 w 12192000"/>
              <a:gd name="GluePoint8Y" fmla="*/ 2058003 h 2877832"/>
              <a:gd name="GluePoint9X" fmla="*/ 10425355 w 12192000"/>
              <a:gd name="GluePoint9Y" fmla="*/ 2341542 h 2877832"/>
              <a:gd name="GluePoint10X" fmla="*/ 9424022 w 12192000"/>
              <a:gd name="GluePoint10Y" fmla="*/ 2516704 h 2877832"/>
              <a:gd name="GluePoint11X" fmla="*/ 8458419 w 12192000"/>
              <a:gd name="GluePoint11Y" fmla="*/ 2650405 h 2877832"/>
              <a:gd name="GluePoint12X" fmla="*/ 7715970 w 12192000"/>
              <a:gd name="GluePoint12Y" fmla="*/ 2730352 h 2877832"/>
              <a:gd name="GluePoint13X" fmla="*/ 6951716 w 12192000"/>
              <a:gd name="GluePoint13Y" fmla="*/ 2796132 h 2877832"/>
              <a:gd name="GluePoint14X" fmla="*/ 6936303 w 12192000"/>
              <a:gd name="GluePoint14Y" fmla="*/ 2798203 h 2877832"/>
              <a:gd name="GluePoint15X" fmla="*/ 6790448 w 12192000"/>
              <a:gd name="GluePoint15Y" fmla="*/ 2809564 h 2877832"/>
              <a:gd name="GluePoint16X" fmla="*/ 6799941 w 12192000"/>
              <a:gd name="GluePoint16Y" fmla="*/ 2811384 h 2877832"/>
              <a:gd name="GluePoint17X" fmla="*/ 6835432 w 12192000"/>
              <a:gd name="GluePoint17Y" fmla="*/ 2809677 h 2877832"/>
              <a:gd name="GluePoint18X" fmla="*/ 6884003 w 12192000"/>
              <a:gd name="GluePoint18Y" fmla="*/ 2806699 h 2877832"/>
              <a:gd name="GluePoint19X" fmla="*/ 7578771 w 12192000"/>
              <a:gd name="GluePoint19Y" fmla="*/ 2774172 h 2877832"/>
              <a:gd name="GluePoint20X" fmla="*/ 8623845 w 12192000"/>
              <a:gd name="GluePoint20Y" fmla="*/ 2687275 h 2877832"/>
              <a:gd name="GluePoint21X" fmla="*/ 9479970 w 12192000"/>
              <a:gd name="GluePoint21Y" fmla="*/ 2583369 h 2877832"/>
              <a:gd name="GluePoint22X" fmla="*/ 10629308 w 12192000"/>
              <a:gd name="GluePoint22Y" fmla="*/ 2389212 h 2877832"/>
              <a:gd name="GluePoint23X" fmla="*/ 11998498 w 12192000"/>
              <a:gd name="GluePoint23Y" fmla="*/ 2063218 h 2877832"/>
              <a:gd name="GluePoint24X" fmla="*/ 12192000 w 12192000"/>
              <a:gd name="GluePoint24Y" fmla="*/ 2006219 h 2877832"/>
              <a:gd name="GluePoint25X" fmla="*/ 12192000 w 12192000"/>
              <a:gd name="GluePoint25Y" fmla="*/ 2060956 h 2877832"/>
              <a:gd name="GluePoint26X" fmla="*/ 11829257 w 12192000"/>
              <a:gd name="GluePoint26Y" fmla="*/ 2166255 h 2877832"/>
              <a:gd name="GluePoint27X" fmla="*/ 10939183 w 12192000"/>
              <a:gd name="GluePoint27Y" fmla="*/ 2380770 h 2877832"/>
              <a:gd name="GluePoint28X" fmla="*/ 9985530 w 12192000"/>
              <a:gd name="GluePoint28Y" fmla="*/ 2560775 h 2877832"/>
              <a:gd name="GluePoint29X" fmla="*/ 9186882 w 12192000"/>
              <a:gd name="GluePoint29Y" fmla="*/ 2676722 h 2877832"/>
              <a:gd name="GluePoint30X" fmla="*/ 8578198 w 12192000"/>
              <a:gd name="GluePoint30Y" fmla="*/ 2746241 h 2877832"/>
              <a:gd name="GluePoint31X" fmla="*/ 7864358 w 12192000"/>
              <a:gd name="GluePoint31Y" fmla="*/ 2807692 h 2877832"/>
              <a:gd name="GluePoint32X" fmla="*/ 6935502 w 12192000"/>
              <a:gd name="GluePoint32Y" fmla="*/ 2859086 h 2877832"/>
              <a:gd name="GluePoint33X" fmla="*/ 6477750 w 12192000"/>
              <a:gd name="GluePoint33Y" fmla="*/ 2872989 h 2877832"/>
              <a:gd name="GluePoint34X" fmla="*/ 6362294 w 12192000"/>
              <a:gd name="GluePoint34Y" fmla="*/ 2877832 h 2877832"/>
              <a:gd name="GluePoint35X" fmla="*/ 6057129 w 12192000"/>
              <a:gd name="GluePoint35Y" fmla="*/ 2877832 h 2877832"/>
              <a:gd name="GluePoint36X" fmla="*/ 5977784 w 12192000"/>
              <a:gd name="GluePoint36Y" fmla="*/ 2873238 h 2877832"/>
              <a:gd name="GluePoint37X" fmla="*/ 5265087 w 12192000"/>
              <a:gd name="GluePoint37Y" fmla="*/ 2836989 h 2877832"/>
              <a:gd name="GluePoint38X" fmla="*/ 4346277 w 12192000"/>
              <a:gd name="GluePoint38Y" fmla="*/ 2774919 h 2877832"/>
              <a:gd name="GluePoint39X" fmla="*/ 3373045 w 12192000"/>
              <a:gd name="GluePoint39Y" fmla="*/ 2676350 h 2877832"/>
              <a:gd name="GluePoint40X" fmla="*/ 2362173 w 12192000"/>
              <a:gd name="GluePoint40Y" fmla="*/ 2557423 h 2877832"/>
              <a:gd name="GluePoint41X" fmla="*/ 1233178 w 12192000"/>
              <a:gd name="GluePoint41Y" fmla="*/ 2384247 h 2877832"/>
              <a:gd name="GluePoint42X" fmla="*/ 68500 w 12192000"/>
              <a:gd name="GluePoint42Y" fmla="*/ 2144540 h 2877832"/>
              <a:gd name="GluePoint43X" fmla="*/ 0 w 12192000"/>
              <a:gd name="GluePoint43Y" fmla="*/ 2127185 h 2877832"/>
              <a:gd name="GluePoint44X" fmla="*/ 0 w 12192000"/>
              <a:gd name="GluePoint44Y" fmla="*/ 2070696 h 2877832"/>
              <a:gd name="GluePoint45X" fmla="*/ 72441 w 12192000"/>
              <a:gd name="GluePoint45Y" fmla="*/ 2089473 h 2877832"/>
              <a:gd name="GluePoint46X" fmla="*/ 600716 w 12192000"/>
              <a:gd name="GluePoint46Y" fmla="*/ 2207843 h 2877832"/>
              <a:gd name="GluePoint47X" fmla="*/ 1769512 w 12192000"/>
              <a:gd name="GluePoint47Y" fmla="*/ 2418011 h 2877832"/>
              <a:gd name="GluePoint48X" fmla="*/ 2613554 w 12192000"/>
              <a:gd name="GluePoint48Y" fmla="*/ 2534953 h 2877832"/>
              <a:gd name="GluePoint49X" fmla="*/ 2581134 w 12192000"/>
              <a:gd name="GluePoint49Y" fmla="*/ 2525022 h 2877832"/>
              <a:gd name="GluePoint50X" fmla="*/ 1112635 w 12192000"/>
              <a:gd name="GluePoint50Y" fmla="*/ 2192325 h 2877832"/>
              <a:gd name="GluePoint51X" fmla="*/ 420412 w 12192000"/>
              <a:gd name="GluePoint51Y" fmla="*/ 1992892 h 2877832"/>
              <a:gd name="GluePoint52X" fmla="*/ 0 w 12192000"/>
              <a:gd name="GluePoint52Y" fmla="*/ 1853975 h 287783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</a:cxnLst>
            <a:rect l="textAreaLeft" t="textAreaTop" r="textAreaRight" b="textAreaBottom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473040" y="631080"/>
            <a:ext cx="2698560" cy="1461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36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Introduction à Docker</a:t>
            </a:r>
            <a:endParaRPr b="0" lang="fr-F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ketch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2481480" y="1355760"/>
            <a:ext cx="1553400" cy="12600"/>
          </a:xfrm>
          <a:custGeom>
            <a:avLst/>
            <a:gdLst>
              <a:gd name="textAreaLeft" fmla="*/ 0 w 1553400"/>
              <a:gd name="textAreaRight" fmla="*/ 1554480 w 1553400"/>
              <a:gd name="textAreaTop" fmla="*/ 0 h 12600"/>
              <a:gd name="textAreaBottom" fmla="*/ 13680 h 12600"/>
              <a:gd name="GluePoint1X" fmla="*/ 0 w 1554480"/>
              <a:gd name="GluePoint1Y" fmla="*/ 0 h 13716"/>
              <a:gd name="GluePoint2X" fmla="*/ 549250 w 1554480"/>
              <a:gd name="GluePoint2Y" fmla="*/ 0 h 13716"/>
              <a:gd name="GluePoint3X" fmla="*/ 1082954 w 1554480"/>
              <a:gd name="GluePoint3Y" fmla="*/ 0 h 13716"/>
              <a:gd name="GluePoint4X" fmla="*/ 1554480 w 1554480"/>
              <a:gd name="GluePoint4Y" fmla="*/ 0 h 13716"/>
              <a:gd name="GluePoint5X" fmla="*/ 1554480 w 1554480"/>
              <a:gd name="GluePoint5Y" fmla="*/ 13716 h 13716"/>
              <a:gd name="GluePoint6X" fmla="*/ 1067410 w 1554480"/>
              <a:gd name="GluePoint6Y" fmla="*/ 13716 h 13716"/>
              <a:gd name="GluePoint7X" fmla="*/ 549250 w 1554480"/>
              <a:gd name="GluePoint7Y" fmla="*/ 13716 h 13716"/>
              <a:gd name="GluePoint8X" fmla="*/ 0 w 1554480"/>
              <a:gd name="GluePoint8Y" fmla="*/ 13716 h 13716"/>
              <a:gd name="GluePoint9X" fmla="*/ 0 w 1554480"/>
              <a:gd name="GluePoint9Y" fmla="*/ 0 h 1371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fill="none" w="1554480" h="13716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stroke="0" w="1554480" h="13716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rgbClr val="ffffff"/>
          </a:solidFill>
          <a:ln cap="rnd" w="41275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31320" bIns="-31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Rectangle 2"/>
          <p:cNvSpPr/>
          <p:nvPr/>
        </p:nvSpPr>
        <p:spPr>
          <a:xfrm>
            <a:off x="3355920" y="631080"/>
            <a:ext cx="530460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normAutofit/>
          </a:bodyPr>
          <a:p>
            <a:pPr defTabSz="914400">
              <a:lnSpc>
                <a:spcPct val="90000"/>
              </a:lnSpc>
              <a:spcAft>
                <a:spcPts val="601"/>
              </a:spcAft>
            </a:pP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28600" defTabSz="914400">
              <a:lnSpc>
                <a:spcPct val="90000"/>
              </a:lnSpc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Docker est une plateforme de virtualisation légère basée sur des conteneurs.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28600" defTabSz="914400">
              <a:lnSpc>
                <a:spcPct val="90000"/>
              </a:lnSpc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Permet d'emballer des applications et leurs dépendances dans des conteneurs pour une exécution portable.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28600" defTabSz="914400">
              <a:lnSpc>
                <a:spcPct val="90000"/>
              </a:lnSpc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Principalement utilisé pour le développement, les tests et la mise en production.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28600" defTabSz="914400">
              <a:lnSpc>
                <a:spcPct val="90000"/>
              </a:lnSpc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Avantages</a:t>
            </a: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: Rapidité, isolation, reproductibilité. 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7" name="Image 11" descr="Une image contenant clipart, logo, Police, symbole&#10;&#10;Description générée automatiquement"/>
          <p:cNvPicPr/>
          <p:nvPr/>
        </p:nvPicPr>
        <p:blipFill>
          <a:blip r:embed="rId1"/>
          <a:stretch/>
        </p:blipFill>
        <p:spPr>
          <a:xfrm>
            <a:off x="473040" y="3147480"/>
            <a:ext cx="8187480" cy="2926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Picture 3" descr="jungle.jpg"/>
          <p:cNvPicPr/>
          <p:nvPr/>
        </p:nvPicPr>
        <p:blipFill>
          <a:blip r:embed="rId1"/>
          <a:stretch/>
        </p:blipFill>
        <p:spPr>
          <a:xfrm>
            <a:off x="0" y="162360"/>
            <a:ext cx="914292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457200" y="125280"/>
            <a:ext cx="8228520" cy="1101240"/>
          </a:xfrm>
          <a:prstGeom prst="rect">
            <a:avLst/>
          </a:prstGeom>
          <a:solidFill>
            <a:srgbClr val="000000">
              <a:alpha val="50000"/>
            </a:srgbClr>
          </a:solidFill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trike="noStrike" u="none">
                <a:solidFill>
                  <a:schemeClr val="accent3">
                    <a:lumMod val="75000"/>
                  </a:schemeClr>
                </a:solidFill>
                <a:effectLst/>
                <a:uFillTx/>
                <a:latin typeface="Calibri"/>
              </a:rPr>
              <a:t>Concepts Clés de Docker</a:t>
            </a:r>
            <a:endParaRPr b="0" lang="fr-F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Rectangle 1"/>
          <p:cNvSpPr/>
          <p:nvPr/>
        </p:nvSpPr>
        <p:spPr>
          <a:xfrm>
            <a:off x="457200" y="5312880"/>
            <a:ext cx="8228520" cy="1199160"/>
          </a:xfrm>
          <a:prstGeom prst="rect">
            <a:avLst/>
          </a:prstGeom>
          <a:solidFill>
            <a:schemeClr val="dk1"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1" lang="fr-FR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Conteneur</a:t>
            </a:r>
            <a:r>
              <a:rPr b="0" lang="fr-FR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 : Instance en cours d'exécution d'une image.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1" lang="fr-FR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Image</a:t>
            </a:r>
            <a:r>
              <a:rPr b="0" lang="fr-FR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 : Modèle immuable pour créer des conteneurs.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1" lang="fr-FR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Dockerfile</a:t>
            </a:r>
            <a:r>
              <a:rPr b="0" lang="fr-FR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 : Script pour définir les étapes de création d'une image.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1" lang="fr-FR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Registry</a:t>
            </a:r>
            <a:r>
              <a:rPr b="0" lang="fr-FR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 : Répertoire pour stocker et partager des images (ex. Docker Hub). 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1" name="" descr=""/>
          <p:cNvPicPr/>
          <p:nvPr/>
        </p:nvPicPr>
        <p:blipFill>
          <a:blip r:embed="rId2"/>
          <a:stretch/>
        </p:blipFill>
        <p:spPr>
          <a:xfrm>
            <a:off x="464040" y="1260000"/>
            <a:ext cx="4575240" cy="2345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2" name="" descr=""/>
          <p:cNvPicPr/>
          <p:nvPr/>
        </p:nvPicPr>
        <p:blipFill>
          <a:blip r:embed="rId3"/>
          <a:stretch/>
        </p:blipFill>
        <p:spPr>
          <a:xfrm>
            <a:off x="5308200" y="1285920"/>
            <a:ext cx="3511080" cy="3753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Picture 3" descr="jungle.jpg"/>
          <p:cNvPicPr/>
          <p:nvPr/>
        </p:nvPicPr>
        <p:blipFill>
          <a:blip r:embed="rId1"/>
          <a:stretch/>
        </p:blipFill>
        <p:spPr>
          <a:xfrm>
            <a:off x="0" y="0"/>
            <a:ext cx="914292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457200" y="125280"/>
            <a:ext cx="8228520" cy="759960"/>
          </a:xfrm>
          <a:prstGeom prst="rect">
            <a:avLst/>
          </a:prstGeom>
          <a:solidFill>
            <a:srgbClr val="000000">
              <a:alpha val="50000"/>
            </a:srgbClr>
          </a:solidFill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trike="noStrike" u="none">
                <a:solidFill>
                  <a:schemeClr val="accent3">
                    <a:lumMod val="75000"/>
                  </a:schemeClr>
                </a:solidFill>
                <a:effectLst/>
                <a:uFillTx/>
                <a:latin typeface="Calibri"/>
              </a:rPr>
              <a:t>Commandes Docker Essentielles</a:t>
            </a:r>
            <a:endParaRPr b="0" lang="fr-F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ZoneTexte 4"/>
          <p:cNvSpPr/>
          <p:nvPr/>
        </p:nvSpPr>
        <p:spPr>
          <a:xfrm>
            <a:off x="565560" y="2941200"/>
            <a:ext cx="8120160" cy="706680"/>
          </a:xfrm>
          <a:prstGeom prst="rect">
            <a:avLst/>
          </a:prstGeom>
          <a:solidFill>
            <a:schemeClr val="dk1"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fr-FR" sz="4000" strike="noStrike" u="none">
                <a:solidFill>
                  <a:schemeClr val="accent3">
                    <a:lumMod val="75000"/>
                  </a:schemeClr>
                </a:solidFill>
                <a:effectLst/>
                <a:uFillTx/>
                <a:latin typeface="Calibri"/>
              </a:rPr>
              <a:t>Cas d'Utilisation de Docker</a:t>
            </a:r>
            <a:endParaRPr b="0" lang="fr-F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Rectangle 1"/>
          <p:cNvSpPr/>
          <p:nvPr/>
        </p:nvSpPr>
        <p:spPr>
          <a:xfrm>
            <a:off x="596160" y="4082760"/>
            <a:ext cx="7950600" cy="1753200"/>
          </a:xfrm>
          <a:prstGeom prst="rect">
            <a:avLst/>
          </a:prstGeom>
          <a:solidFill>
            <a:schemeClr val="dk1"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ffffff"/>
              </a:buClr>
              <a:buFont typeface="Wingdings" charset="2"/>
              <a:buChar char=""/>
            </a:pPr>
            <a:r>
              <a:rPr b="1" lang="fr-FR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Développement</a:t>
            </a:r>
            <a:r>
              <a:rPr b="0" lang="fr-FR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 : Créer un environnement isolé pour chaque projet.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ffffff"/>
              </a:buClr>
              <a:buFont typeface="Wingdings" charset="2"/>
              <a:buChar char=""/>
            </a:pPr>
            <a:r>
              <a:rPr b="1" lang="fr-FR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Déploiement</a:t>
            </a:r>
            <a:r>
              <a:rPr b="0" lang="fr-FR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 : Déployer des applications via des conteneurs pour plus de portabilité.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ffffff"/>
              </a:buClr>
              <a:buFont typeface="Wingdings" charset="2"/>
              <a:buChar char=""/>
            </a:pPr>
            <a:r>
              <a:rPr b="1" lang="fr-FR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Scalabilité</a:t>
            </a:r>
            <a:r>
              <a:rPr b="0" lang="fr-FR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 : Gérer plusieurs instances avec des orchestrateurs comme Kubernetes. 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ffffff"/>
              </a:buClr>
              <a:buFont typeface="Wingdings" charset="2"/>
              <a:buChar char=""/>
            </a:pPr>
            <a:r>
              <a:rPr b="1" lang="fr-FR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CI/CD</a:t>
            </a:r>
            <a:r>
              <a:rPr b="0" lang="fr-FR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 : Automatiser les builds et tests dans des conteneurs.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" name="Diagram3"/>
          <p:cNvGraphicFramePr/>
          <p:nvPr>
            <p:extLst>
              <p:ext uri="{D42A27DB-BD31-4B8C-83A1-F6EECF244321}">
                <p14:modId xmlns:p14="http://schemas.microsoft.com/office/powerpoint/2010/main" val="2590769350"/>
              </p:ext>
            </p:extLst>
          </p:nvPr>
        </p:nvGraphicFramePr>
        <p:xfrm>
          <a:off x="565560" y="1020960"/>
          <a:ext cx="7841880" cy="1753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Picture 3" descr="jungle.jpg"/>
          <p:cNvPicPr/>
          <p:nvPr/>
        </p:nvPicPr>
        <p:blipFill>
          <a:blip r:embed="rId1"/>
          <a:stretch/>
        </p:blipFill>
        <p:spPr>
          <a:xfrm>
            <a:off x="0" y="0"/>
            <a:ext cx="914292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457200" y="125280"/>
            <a:ext cx="8228520" cy="1101240"/>
          </a:xfrm>
          <a:prstGeom prst="rect">
            <a:avLst/>
          </a:prstGeom>
          <a:solidFill>
            <a:srgbClr val="000000">
              <a:alpha val="50000"/>
            </a:srgbClr>
          </a:solidFill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trike="noStrike" u="none">
                <a:solidFill>
                  <a:schemeClr val="accent3">
                    <a:lumMod val="75000"/>
                  </a:schemeClr>
                </a:solidFill>
                <a:effectLst/>
                <a:uFillTx/>
                <a:latin typeface="Calibri"/>
              </a:rPr>
              <a:t>Avantages et Limites</a:t>
            </a:r>
            <a:endParaRPr b="0" lang="fr-F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ZoneTexte 2"/>
          <p:cNvSpPr/>
          <p:nvPr/>
        </p:nvSpPr>
        <p:spPr>
          <a:xfrm>
            <a:off x="457200" y="2288520"/>
            <a:ext cx="3600000" cy="1753200"/>
          </a:xfrm>
          <a:prstGeom prst="rect">
            <a:avLst/>
          </a:prstGeom>
          <a:solidFill>
            <a:schemeClr val="dk1"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fr-FR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Avantages :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Isolation des applications.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Portabilité entre les environnements.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Démarrage rapide des conteneurs.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ZoneTexte 4"/>
          <p:cNvSpPr/>
          <p:nvPr/>
        </p:nvSpPr>
        <p:spPr>
          <a:xfrm>
            <a:off x="4977360" y="2288520"/>
            <a:ext cx="3600000" cy="2584080"/>
          </a:xfrm>
          <a:prstGeom prst="rect">
            <a:avLst/>
          </a:prstGeom>
          <a:solidFill>
            <a:schemeClr val="dk1"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fr-FR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Limites :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Courbe d'apprentissage pour les débutants.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Nécessite une gestion des ressources pour éviter la surcharge.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Pas adapté pour certaines applications nécessitant un accès direct au matériel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1" name="Rectangle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0760" cy="6856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92" name="Rectangle 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920" cy="6856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193" name="Picture 3" descr="jungle.jpg"/>
          <p:cNvPicPr/>
          <p:nvPr/>
        </p:nvPicPr>
        <p:blipFill>
          <a:blip r:embed="rId1">
            <a:alphaModFix amt="60000"/>
          </a:blip>
          <a:srcRect l="1186" t="0" r="2571" b="0"/>
          <a:stretch/>
        </p:blipFill>
        <p:spPr>
          <a:xfrm>
            <a:off x="0" y="0"/>
            <a:ext cx="914292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628560" y="1671480"/>
            <a:ext cx="3865320" cy="407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RGPD (Règlement Général sur la Protection des Données)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ZoneTexte 5"/>
          <p:cNvSpPr/>
          <p:nvPr/>
        </p:nvSpPr>
        <p:spPr>
          <a:xfrm>
            <a:off x="4639320" y="1671480"/>
            <a:ext cx="3877200" cy="40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216000" indent="-228600" defTabSz="914400">
              <a:lnSpc>
                <a:spcPct val="90000"/>
              </a:lnSpc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Introduction :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28600" defTabSz="914400">
              <a:lnSpc>
                <a:spcPct val="90000"/>
              </a:lnSpc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Le RGPD est un cadre juridique européen adopté en 2018 pour protéger les données personnelles.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28600" defTabSz="914400">
              <a:lnSpc>
                <a:spcPct val="90000"/>
              </a:lnSpc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Principes clés :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28600" defTabSz="914400">
              <a:lnSpc>
                <a:spcPct val="90000"/>
              </a:lnSpc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Transparence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: Informer clairement les utilisateurs sur l'utilisation de leurs données.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28600" defTabSz="914400">
              <a:lnSpc>
                <a:spcPct val="90000"/>
              </a:lnSpc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Consentement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: Obtenir un accord explicite avant de collecter des données.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28600" defTabSz="914400">
              <a:lnSpc>
                <a:spcPct val="90000"/>
              </a:lnSpc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Sécurité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: Assurer la confidentialité et l'intégrité des données.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28600" defTabSz="914400">
              <a:lnSpc>
                <a:spcPct val="90000"/>
              </a:lnSpc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Droits des utilisateurs :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28600" defTabSz="914400">
              <a:lnSpc>
                <a:spcPct val="90000"/>
              </a:lnSpc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Accès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: Consulter les données collectées.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28600" defTabSz="914400">
              <a:lnSpc>
                <a:spcPct val="90000"/>
              </a:lnSpc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Rectification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: Modifier ou corriger leurs informations.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28600" defTabSz="914400">
              <a:lnSpc>
                <a:spcPct val="90000"/>
              </a:lnSpc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Suppression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: Droit à l'oubli.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28600" defTabSz="914400">
              <a:lnSpc>
                <a:spcPct val="90000"/>
              </a:lnSpc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Impact pour les entreprises :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28600" defTabSz="914400">
              <a:lnSpc>
                <a:spcPct val="90000"/>
              </a:lnSpc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Conformité obligatoire sous peine de sanctions financières.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28600" defTabSz="914400">
              <a:lnSpc>
                <a:spcPct val="90000"/>
              </a:lnSpc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Mise en place de politiques de gestion des données.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Aft>
                <a:spcPts val="601"/>
              </a:spcAft>
            </a:pP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angl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0760" cy="6856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97" name="Picture 3" descr="jungle.jpg"/>
          <p:cNvPicPr/>
          <p:nvPr/>
        </p:nvPicPr>
        <p:blipFill>
          <a:blip r:embed="rId1">
            <a:alphaModFix amt="50000"/>
          </a:blip>
          <a:srcRect l="1189" t="0" r="2574" b="0"/>
          <a:stretch/>
        </p:blipFill>
        <p:spPr>
          <a:xfrm>
            <a:off x="0" y="0"/>
            <a:ext cx="914076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1143000" y="634320"/>
            <a:ext cx="6856920" cy="30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5700" strike="noStrike" u="none">
                <a:solidFill>
                  <a:schemeClr val="accent3">
                    <a:lumMod val="75000"/>
                  </a:schemeClr>
                </a:solidFill>
                <a:effectLst/>
                <a:uFillTx/>
                <a:latin typeface="Calibri"/>
              </a:rPr>
              <a:t>Remerciements</a:t>
            </a:r>
            <a:endParaRPr b="0" lang="fr-FR" sz="5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ketchy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80800" y="4368600"/>
            <a:ext cx="3181680" cy="17280"/>
          </a:xfrm>
          <a:custGeom>
            <a:avLst/>
            <a:gdLst>
              <a:gd name="textAreaLeft" fmla="*/ 0 w 3181680"/>
              <a:gd name="textAreaRight" fmla="*/ 3182760 w 3181680"/>
              <a:gd name="textAreaTop" fmla="*/ 0 h 17280"/>
              <a:gd name="textAreaBottom" fmla="*/ 18360 h 17280"/>
              <a:gd name="GluePoint1X" fmla="*/ 0 w 3182692"/>
              <a:gd name="GluePoint1Y" fmla="*/ 0 h 18288"/>
              <a:gd name="GluePoint2X" fmla="*/ 636538 w 3182692"/>
              <a:gd name="GluePoint2Y" fmla="*/ 0 h 18288"/>
              <a:gd name="GluePoint3X" fmla="*/ 1273077 w 3182692"/>
              <a:gd name="GluePoint3Y" fmla="*/ 0 h 18288"/>
              <a:gd name="GluePoint4X" fmla="*/ 1909615 w 3182692"/>
              <a:gd name="GluePoint4Y" fmla="*/ 0 h 18288"/>
              <a:gd name="GluePoint5X" fmla="*/ 2482500 w 3182692"/>
              <a:gd name="GluePoint5Y" fmla="*/ 0 h 18288"/>
              <a:gd name="GluePoint6X" fmla="*/ 3182692 w 3182692"/>
              <a:gd name="GluePoint6Y" fmla="*/ 0 h 18288"/>
              <a:gd name="GluePoint7X" fmla="*/ 3182692 w 3182692"/>
              <a:gd name="GluePoint7Y" fmla="*/ 18288 h 18288"/>
              <a:gd name="GluePoint8X" fmla="*/ 2609807 w 3182692"/>
              <a:gd name="GluePoint8Y" fmla="*/ 18288 h 18288"/>
              <a:gd name="GluePoint9X" fmla="*/ 2068750 w 3182692"/>
              <a:gd name="GluePoint9Y" fmla="*/ 18288 h 18288"/>
              <a:gd name="GluePoint10X" fmla="*/ 1432211 w 3182692"/>
              <a:gd name="GluePoint10Y" fmla="*/ 18288 h 18288"/>
              <a:gd name="GluePoint11X" fmla="*/ 859327 w 3182692"/>
              <a:gd name="GluePoint11Y" fmla="*/ 18288 h 18288"/>
              <a:gd name="GluePoint12X" fmla="*/ 0 w 3182692"/>
              <a:gd name="GluePoint12Y" fmla="*/ 18288 h 18288"/>
              <a:gd name="GluePoint13X" fmla="*/ 0 w 3182692"/>
              <a:gd name="GluePoint13Y" fmla="*/ 0 h 182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fill="none" w="3182692" h="18288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stroke="0" w="3182692" h="18288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cap="rnd" w="44450">
            <a:solidFill>
              <a:schemeClr val="lt1">
                <a:alpha val="7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0" name="Rectangl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0760" cy="6856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01" name="Picture 3" descr="jungle.jpg"/>
          <p:cNvPicPr/>
          <p:nvPr/>
        </p:nvPicPr>
        <p:blipFill>
          <a:blip r:embed="rId1"/>
          <a:srcRect l="1186" t="0" r="2571" b="0"/>
          <a:stretch/>
        </p:blipFill>
        <p:spPr>
          <a:xfrm>
            <a:off x="-2160" y="0"/>
            <a:ext cx="914292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2" name="Rectangl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207520"/>
            <a:ext cx="9142920" cy="3161160"/>
          </a:xfrm>
          <a:prstGeom prst="rect">
            <a:avLst/>
          </a:prstGeom>
          <a:gradFill rotWithShape="0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75000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03" name="Image 9" descr="Une image contenant Police, Graphique, logo, graphisme&#10;&#10;Description générée automatiquement"/>
          <p:cNvPicPr/>
          <p:nvPr/>
        </p:nvPicPr>
        <p:blipFill>
          <a:blip r:embed="rId2"/>
          <a:stretch/>
        </p:blipFill>
        <p:spPr>
          <a:xfrm>
            <a:off x="358920" y="514800"/>
            <a:ext cx="3379320" cy="117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4" name="Image 12" descr="Une image contenant Police, Graphique, logo, texte&#10;&#10;Description générée automatiquement"/>
          <p:cNvPicPr/>
          <p:nvPr/>
        </p:nvPicPr>
        <p:blipFill>
          <a:blip r:embed="rId3"/>
          <a:stretch/>
        </p:blipFill>
        <p:spPr>
          <a:xfrm>
            <a:off x="4569840" y="549720"/>
            <a:ext cx="3989880" cy="114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5" name="Image 24" descr="Une image contenant tasse de café, Plats et corbeilles, mug, vaisselle&#10;&#10;Description générée automatiquement"/>
          <p:cNvPicPr/>
          <p:nvPr/>
        </p:nvPicPr>
        <p:blipFill>
          <a:blip r:embed="rId4"/>
          <a:stretch/>
        </p:blipFill>
        <p:spPr>
          <a:xfrm>
            <a:off x="360000" y="5328000"/>
            <a:ext cx="2015640" cy="1511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6" name="" descr=""/>
          <p:cNvPicPr/>
          <p:nvPr/>
        </p:nvPicPr>
        <p:blipFill>
          <a:blip r:embed="rId5"/>
          <a:stretch/>
        </p:blipFill>
        <p:spPr>
          <a:xfrm>
            <a:off x="900000" y="1981080"/>
            <a:ext cx="3511800" cy="143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7" name="" descr=""/>
          <p:cNvPicPr/>
          <p:nvPr/>
        </p:nvPicPr>
        <p:blipFill>
          <a:blip r:embed="rId6"/>
          <a:stretch/>
        </p:blipFill>
        <p:spPr>
          <a:xfrm>
            <a:off x="5998680" y="2160000"/>
            <a:ext cx="2280600" cy="911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8" name="" descr=""/>
          <p:cNvPicPr/>
          <p:nvPr/>
        </p:nvPicPr>
        <p:blipFill>
          <a:blip r:embed="rId7"/>
          <a:stretch/>
        </p:blipFill>
        <p:spPr>
          <a:xfrm>
            <a:off x="4875480" y="5040000"/>
            <a:ext cx="4123800" cy="161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9" name="" descr=""/>
          <p:cNvPicPr/>
          <p:nvPr/>
        </p:nvPicPr>
        <p:blipFill>
          <a:blip r:embed="rId8"/>
          <a:stretch/>
        </p:blipFill>
        <p:spPr>
          <a:xfrm>
            <a:off x="1980000" y="3600000"/>
            <a:ext cx="1685160" cy="1608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0" name="" descr=""/>
          <p:cNvPicPr/>
          <p:nvPr/>
        </p:nvPicPr>
        <p:blipFill>
          <a:blip r:embed="rId9"/>
          <a:stretch/>
        </p:blipFill>
        <p:spPr>
          <a:xfrm>
            <a:off x="4544280" y="3207960"/>
            <a:ext cx="2115000" cy="1651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1" name="Rectangle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0760" cy="6856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212" name="Rectangle 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920" cy="6856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213" name="Picture 3" descr="jungle.jpg"/>
          <p:cNvPicPr/>
          <p:nvPr/>
        </p:nvPicPr>
        <p:blipFill>
          <a:blip r:embed="rId1">
            <a:alphaModFix amt="60000"/>
          </a:blip>
          <a:srcRect l="1186" t="0" r="2571" b="0"/>
          <a:stretch/>
        </p:blipFill>
        <p:spPr>
          <a:xfrm>
            <a:off x="0" y="0"/>
            <a:ext cx="914292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6247800"/>
          </a:xfrm>
          <a:prstGeom prst="rect">
            <a:avLst/>
          </a:prstGeom>
          <a:solidFill>
            <a:srgbClr val="000000">
              <a:alpha val="50000"/>
            </a:srgbClr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EcoRide a été un défi enrichissant qui m’a permis de développer des compétences variées. Ce projet reflète mon aptitude à concevoir, développer et déployer des solutions web complexes, tout en respectant les normes de sécurité et de gestion des données.</a:t>
            </a:r>
            <a:endParaRPr b="0" lang="fr-F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2913</TotalTime>
  <Application>LibreOffice/25.2.6.1$Windows_X86_64 LibreOffice_project/13f8d05e475a6b6572cdd8fe3af1421c659c51c2</Application>
  <AppVersion>15.0000</AppVersion>
  <Words>1872</Words>
  <Paragraphs>247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René</dc:creator>
  <dc:description>generated using python-pptx</dc:description>
  <dc:language>fr-FR</dc:language>
  <cp:lastModifiedBy/>
  <dcterms:modified xsi:type="dcterms:W3CDTF">2025-11-26T12:18:17Z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22</vt:i4>
  </property>
  <property fmtid="{D5CDD505-2E9C-101B-9397-08002B2CF9AE}" pid="3" name="PresentationFormat">
    <vt:lpwstr>Affichage à l'écran (4:3)</vt:lpwstr>
  </property>
  <property fmtid="{D5CDD505-2E9C-101B-9397-08002B2CF9AE}" pid="4" name="Slides">
    <vt:i4>42</vt:i4>
  </property>
</Properties>
</file>